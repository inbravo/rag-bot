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sldIdLst>
    <p:sldId id="2147477553" r:id="rId2"/>
    <p:sldId id="2147477554" r:id="rId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97E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023"/>
    <p:restoredTop sz="94601"/>
  </p:normalViewPr>
  <p:slideViewPr>
    <p:cSldViewPr snapToGrid="0">
      <p:cViewPr>
        <p:scale>
          <a:sx n="149" d="100"/>
          <a:sy n="149" d="100"/>
        </p:scale>
        <p:origin x="960" y="-40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slide" Target="slides/slide2.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x" preserve="1">
  <p:cSld name="Copyright copy">
    <p:spTree>
      <p:nvGrpSpPr>
        <p:cNvPr id="1" name=""/>
        <p:cNvGrpSpPr/>
        <p:nvPr/>
      </p:nvGrpSpPr>
      <p:grpSpPr>
        <a:xfrm>
          <a:off x="0" y="0"/>
          <a:ext cx="0" cy="0"/>
          <a:chOff x="0" y="0"/>
          <a:chExt cx="0" cy="0"/>
        </a:xfrm>
      </p:grpSpPr>
      <p:sp>
        <p:nvSpPr>
          <p:cNvPr id="12" name="©2018 Impetus Technologies, Inc. All rights reserved.…"/>
          <p:cNvSpPr txBox="1"/>
          <p:nvPr/>
        </p:nvSpPr>
        <p:spPr>
          <a:xfrm>
            <a:off x="812800" y="2429430"/>
            <a:ext cx="6793286" cy="1986441"/>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0" tIns="0" rIns="0" bIns="0" anchor="ctr">
            <a:spAutoFit/>
          </a:bodyPr>
          <a:lstStyle/>
          <a:p>
            <a:pPr defTabSz="412750">
              <a:lnSpc>
                <a:spcPct val="120000"/>
              </a:lnSpc>
              <a:spcBef>
                <a:spcPts val="900"/>
              </a:spcBef>
              <a:defRPr sz="2400">
                <a:solidFill>
                  <a:srgbClr val="D5D5D5"/>
                </a:solidFill>
              </a:defRPr>
            </a:pPr>
            <a:r>
              <a:rPr sz="1200" b="0" i="0">
                <a:solidFill>
                  <a:srgbClr val="24262C"/>
                </a:solidFill>
                <a:latin typeface="Work Sans Medium" pitchFamily="2" charset="77"/>
              </a:rPr>
              <a:t>Copyright © 202</a:t>
            </a:r>
            <a:r>
              <a:rPr lang="en-US" sz="1200" b="0" i="0">
                <a:solidFill>
                  <a:srgbClr val="24262C"/>
                </a:solidFill>
                <a:latin typeface="Work Sans Medium" pitchFamily="2" charset="77"/>
              </a:rPr>
              <a:t>4</a:t>
            </a:r>
            <a:r>
              <a:rPr sz="1200" b="0" i="0">
                <a:solidFill>
                  <a:srgbClr val="24262C"/>
                </a:solidFill>
                <a:latin typeface="Work Sans Medium" pitchFamily="2" charset="77"/>
              </a:rPr>
              <a:t> Impetus Technologies, Inc.</a:t>
            </a:r>
          </a:p>
          <a:p>
            <a:pPr defTabSz="412750">
              <a:lnSpc>
                <a:spcPct val="120000"/>
              </a:lnSpc>
              <a:spcBef>
                <a:spcPts val="900"/>
              </a:spcBef>
              <a:defRPr sz="2400">
                <a:solidFill>
                  <a:srgbClr val="D5D5D5"/>
                </a:solidFill>
              </a:defRPr>
            </a:pPr>
            <a:r>
              <a:rPr sz="1200" b="0" i="0">
                <a:solidFill>
                  <a:srgbClr val="24262C"/>
                </a:solidFill>
                <a:latin typeface="Work Sans Medium" pitchFamily="2" charset="77"/>
              </a:rPr>
              <a:t>You are prohibited from making a copy or modification of, or from redistributing, rebroadcasting, or re-encoding of this content without the prior written consent of Impetus.</a:t>
            </a:r>
          </a:p>
          <a:p>
            <a:pPr defTabSz="412750">
              <a:lnSpc>
                <a:spcPct val="120000"/>
              </a:lnSpc>
              <a:spcBef>
                <a:spcPts val="900"/>
              </a:spcBef>
              <a:defRPr sz="2400">
                <a:solidFill>
                  <a:srgbClr val="D5D5D5"/>
                </a:solidFill>
              </a:defRPr>
            </a:pPr>
            <a:r>
              <a:rPr sz="1200" b="0" i="0">
                <a:solidFill>
                  <a:srgbClr val="24262C"/>
                </a:solidFill>
                <a:latin typeface="Work Sans Medium" pitchFamily="2" charset="77"/>
              </a:rPr>
              <a:t>This presentation may include images from other products and services. These images are used for illustrative purposes only. Unless explicitly stated there is no implied endorsement or sponsorship of these products by Impetus. All copyrights and trademarks are property of their respective owners. </a:t>
            </a:r>
          </a:p>
        </p:txBody>
      </p:sp>
    </p:spTree>
    <p:extLst>
      <p:ext uri="{BB962C8B-B14F-4D97-AF65-F5344CB8AC3E}">
        <p14:creationId xmlns:p14="http://schemas.microsoft.com/office/powerpoint/2010/main" val="68541360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LL_Cover Slide">
    <p:bg>
      <p:bgPr>
        <a:solidFill>
          <a:srgbClr val="FFFFFF"/>
        </a:solidFill>
        <a:effectLst/>
      </p:bgPr>
    </p:bg>
    <p:spTree>
      <p:nvGrpSpPr>
        <p:cNvPr id="1" name=""/>
        <p:cNvGrpSpPr/>
        <p:nvPr/>
      </p:nvGrpSpPr>
      <p:grpSpPr>
        <a:xfrm>
          <a:off x="0" y="0"/>
          <a:ext cx="0" cy="0"/>
          <a:chOff x="0" y="0"/>
          <a:chExt cx="0" cy="0"/>
        </a:xfrm>
      </p:grpSpPr>
      <p:sp>
        <p:nvSpPr>
          <p:cNvPr id="97" name="Square"/>
          <p:cNvSpPr/>
          <p:nvPr/>
        </p:nvSpPr>
        <p:spPr>
          <a:xfrm>
            <a:off x="6057900" y="6292712"/>
            <a:ext cx="76200" cy="76202"/>
          </a:xfrm>
          <a:prstGeom prst="rect">
            <a:avLst/>
          </a:prstGeom>
          <a:solidFill>
            <a:srgbClr val="535353"/>
          </a:solidFill>
          <a:ln w="12700">
            <a:miter lim="400000"/>
          </a:ln>
        </p:spPr>
        <p:txBody>
          <a:bodyPr lIns="45718" tIns="45718" rIns="45718" bIns="45718" anchor="ctr"/>
          <a:lstStyle/>
          <a:p>
            <a:pPr marL="0" marR="0" lvl="0" indent="0" algn="ctr" defTabSz="412750" rtl="0" eaLnBrk="1" fontAlgn="auto" latinLnBrk="0" hangingPunct="0">
              <a:lnSpc>
                <a:spcPct val="100000"/>
              </a:lnSpc>
              <a:spcBef>
                <a:spcPts val="0"/>
              </a:spcBef>
              <a:spcAft>
                <a:spcPts val="0"/>
              </a:spcAft>
              <a:buClrTx/>
              <a:buSzTx/>
              <a:buFontTx/>
              <a:buNone/>
              <a:tabLst/>
              <a:defRPr sz="3000">
                <a:solidFill>
                  <a:srgbClr val="FFFFFF"/>
                </a:solidFill>
              </a:defRPr>
            </a:pPr>
            <a:endParaRPr kumimoji="0" sz="1500" b="0" i="0" u="none" strike="noStrike" kern="0" cap="none" spc="0" normalizeH="0" baseline="0" noProof="0">
              <a:ln>
                <a:noFill/>
              </a:ln>
              <a:solidFill>
                <a:srgbClr val="FFFFFF"/>
              </a:solidFill>
              <a:effectLst/>
              <a:uLnTx/>
              <a:uFillTx/>
              <a:latin typeface="Roboto" panose="02000000000000000000" pitchFamily="2" charset="0"/>
              <a:ea typeface="Roboto" panose="02000000000000000000" pitchFamily="2" charset="0"/>
              <a:cs typeface="Arial"/>
              <a:sym typeface="Roboto"/>
            </a:endParaRPr>
          </a:p>
        </p:txBody>
      </p:sp>
      <p:sp>
        <p:nvSpPr>
          <p:cNvPr id="2" name="Slide Number Placeholder 1">
            <a:extLst>
              <a:ext uri="{FF2B5EF4-FFF2-40B4-BE49-F238E27FC236}">
                <a16:creationId xmlns:a16="http://schemas.microsoft.com/office/drawing/2014/main" id="{6FDBDACF-6B9A-C659-228B-2A8F733EB95E}"/>
              </a:ext>
            </a:extLst>
          </p:cNvPr>
          <p:cNvSpPr txBox="1">
            <a:spLocks/>
          </p:cNvSpPr>
          <p:nvPr userDrawn="1"/>
        </p:nvSpPr>
        <p:spPr>
          <a:xfrm>
            <a:off x="4719945" y="6346066"/>
            <a:ext cx="2743200" cy="365125"/>
          </a:xfrm>
          <a:prstGeom prst="rect">
            <a:avLst/>
          </a:prstGeom>
        </p:spPr>
        <p:txBody>
          <a:bodyPr vert="horz" lIns="45720" tIns="22860" rIns="45720" bIns="22860" rtlCol="0" anchor="ct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825500" rtl="0" fontAlgn="auto" latinLnBrk="0" hangingPunct="0">
              <a:lnSpc>
                <a:spcPct val="100000"/>
              </a:lnSpc>
              <a:spcBef>
                <a:spcPts val="0"/>
              </a:spcBef>
              <a:spcAft>
                <a:spcPts val="0"/>
              </a:spcAft>
              <a:buClrTx/>
              <a:buSzTx/>
              <a:buFontTx/>
              <a:buNone/>
              <a:tabLst/>
              <a:defRPr kumimoji="0" sz="2800" b="0" i="0" u="none" strike="noStrike" cap="none" spc="0" normalizeH="0" baseline="0">
                <a:ln>
                  <a:noFill/>
                </a:ln>
                <a:solidFill>
                  <a:schemeClr val="bg1"/>
                </a:solidFill>
                <a:effectLst/>
                <a:uFillTx/>
                <a:latin typeface="Arial" panose="020B0604020202020204" pitchFamily="34" charset="0"/>
                <a:ea typeface="+mn-ea"/>
                <a:cs typeface="Arial" panose="020B0604020202020204" pitchFamily="34" charset="0"/>
                <a:sym typeface="Arial"/>
              </a:defRPr>
            </a:lvl1pPr>
            <a:lvl2pPr marL="0" marR="0" indent="0" algn="ctr" defTabSz="825500" rtl="0" fontAlgn="auto" latinLnBrk="0" hangingPunct="0">
              <a:lnSpc>
                <a:spcPct val="100000"/>
              </a:lnSpc>
              <a:spcBef>
                <a:spcPts val="0"/>
              </a:spcBef>
              <a:spcAft>
                <a:spcPts val="0"/>
              </a:spcAft>
              <a:buClrTx/>
              <a:buSzTx/>
              <a:buFontTx/>
              <a:buNone/>
              <a:tabLst/>
              <a:defRPr kumimoji="0" sz="3000" b="0" i="0" u="none" strike="noStrike" cap="none" spc="0" normalizeH="0" baseline="0">
                <a:ln>
                  <a:noFill/>
                </a:ln>
                <a:solidFill>
                  <a:srgbClr val="5E5E5E"/>
                </a:solidFill>
                <a:effectLst/>
                <a:uFillTx/>
                <a:latin typeface="+mn-lt"/>
                <a:ea typeface="+mn-ea"/>
                <a:cs typeface="+mn-cs"/>
                <a:sym typeface="Arial"/>
              </a:defRPr>
            </a:lvl2pPr>
            <a:lvl3pPr marL="0" marR="0" indent="0" algn="ctr" defTabSz="825500" rtl="0" fontAlgn="auto" latinLnBrk="0" hangingPunct="0">
              <a:lnSpc>
                <a:spcPct val="100000"/>
              </a:lnSpc>
              <a:spcBef>
                <a:spcPts val="0"/>
              </a:spcBef>
              <a:spcAft>
                <a:spcPts val="0"/>
              </a:spcAft>
              <a:buClrTx/>
              <a:buSzTx/>
              <a:buFontTx/>
              <a:buNone/>
              <a:tabLst/>
              <a:defRPr kumimoji="0" sz="3000" b="0" i="0" u="none" strike="noStrike" cap="none" spc="0" normalizeH="0" baseline="0">
                <a:ln>
                  <a:noFill/>
                </a:ln>
                <a:solidFill>
                  <a:srgbClr val="5E5E5E"/>
                </a:solidFill>
                <a:effectLst/>
                <a:uFillTx/>
                <a:latin typeface="+mn-lt"/>
                <a:ea typeface="+mn-ea"/>
                <a:cs typeface="+mn-cs"/>
                <a:sym typeface="Arial"/>
              </a:defRPr>
            </a:lvl3pPr>
            <a:lvl4pPr marL="0" marR="0" indent="0" algn="ctr" defTabSz="825500" rtl="0" fontAlgn="auto" latinLnBrk="0" hangingPunct="0">
              <a:lnSpc>
                <a:spcPct val="100000"/>
              </a:lnSpc>
              <a:spcBef>
                <a:spcPts val="0"/>
              </a:spcBef>
              <a:spcAft>
                <a:spcPts val="0"/>
              </a:spcAft>
              <a:buClrTx/>
              <a:buSzTx/>
              <a:buFontTx/>
              <a:buNone/>
              <a:tabLst/>
              <a:defRPr kumimoji="0" sz="3000" b="0" i="0" u="none" strike="noStrike" cap="none" spc="0" normalizeH="0" baseline="0">
                <a:ln>
                  <a:noFill/>
                </a:ln>
                <a:solidFill>
                  <a:srgbClr val="5E5E5E"/>
                </a:solidFill>
                <a:effectLst/>
                <a:uFillTx/>
                <a:latin typeface="+mn-lt"/>
                <a:ea typeface="+mn-ea"/>
                <a:cs typeface="+mn-cs"/>
                <a:sym typeface="Arial"/>
              </a:defRPr>
            </a:lvl4pPr>
            <a:lvl5pPr marL="0" marR="0" indent="0" algn="ctr" defTabSz="825500" rtl="0" fontAlgn="auto" latinLnBrk="0" hangingPunct="0">
              <a:lnSpc>
                <a:spcPct val="100000"/>
              </a:lnSpc>
              <a:spcBef>
                <a:spcPts val="0"/>
              </a:spcBef>
              <a:spcAft>
                <a:spcPts val="0"/>
              </a:spcAft>
              <a:buClrTx/>
              <a:buSzTx/>
              <a:buFontTx/>
              <a:buNone/>
              <a:tabLst/>
              <a:defRPr kumimoji="0" sz="3000" b="0" i="0" u="none" strike="noStrike" cap="none" spc="0" normalizeH="0" baseline="0">
                <a:ln>
                  <a:noFill/>
                </a:ln>
                <a:solidFill>
                  <a:srgbClr val="5E5E5E"/>
                </a:solidFill>
                <a:effectLst/>
                <a:uFillTx/>
                <a:latin typeface="+mn-lt"/>
                <a:ea typeface="+mn-ea"/>
                <a:cs typeface="+mn-cs"/>
                <a:sym typeface="Arial"/>
              </a:defRPr>
            </a:lvl5pPr>
            <a:lvl6pPr marL="0" marR="0" indent="0" algn="ctr" defTabSz="825500" rtl="0" fontAlgn="auto" latinLnBrk="0" hangingPunct="0">
              <a:lnSpc>
                <a:spcPct val="100000"/>
              </a:lnSpc>
              <a:spcBef>
                <a:spcPts val="0"/>
              </a:spcBef>
              <a:spcAft>
                <a:spcPts val="0"/>
              </a:spcAft>
              <a:buClrTx/>
              <a:buSzTx/>
              <a:buFontTx/>
              <a:buNone/>
              <a:tabLst/>
              <a:defRPr kumimoji="0" sz="3000" b="0" i="0" u="none" strike="noStrike" cap="none" spc="0" normalizeH="0" baseline="0">
                <a:ln>
                  <a:noFill/>
                </a:ln>
                <a:solidFill>
                  <a:srgbClr val="5E5E5E"/>
                </a:solidFill>
                <a:effectLst/>
                <a:uFillTx/>
                <a:latin typeface="+mn-lt"/>
                <a:ea typeface="+mn-ea"/>
                <a:cs typeface="+mn-cs"/>
                <a:sym typeface="Arial"/>
              </a:defRPr>
            </a:lvl6pPr>
            <a:lvl7pPr marL="0" marR="0" indent="0" algn="ctr" defTabSz="825500" rtl="0" fontAlgn="auto" latinLnBrk="0" hangingPunct="0">
              <a:lnSpc>
                <a:spcPct val="100000"/>
              </a:lnSpc>
              <a:spcBef>
                <a:spcPts val="0"/>
              </a:spcBef>
              <a:spcAft>
                <a:spcPts val="0"/>
              </a:spcAft>
              <a:buClrTx/>
              <a:buSzTx/>
              <a:buFontTx/>
              <a:buNone/>
              <a:tabLst/>
              <a:defRPr kumimoji="0" sz="3000" b="0" i="0" u="none" strike="noStrike" cap="none" spc="0" normalizeH="0" baseline="0">
                <a:ln>
                  <a:noFill/>
                </a:ln>
                <a:solidFill>
                  <a:srgbClr val="5E5E5E"/>
                </a:solidFill>
                <a:effectLst/>
                <a:uFillTx/>
                <a:latin typeface="+mn-lt"/>
                <a:ea typeface="+mn-ea"/>
                <a:cs typeface="+mn-cs"/>
                <a:sym typeface="Arial"/>
              </a:defRPr>
            </a:lvl7pPr>
            <a:lvl8pPr marL="0" marR="0" indent="0" algn="ctr" defTabSz="825500" rtl="0" fontAlgn="auto" latinLnBrk="0" hangingPunct="0">
              <a:lnSpc>
                <a:spcPct val="100000"/>
              </a:lnSpc>
              <a:spcBef>
                <a:spcPts val="0"/>
              </a:spcBef>
              <a:spcAft>
                <a:spcPts val="0"/>
              </a:spcAft>
              <a:buClrTx/>
              <a:buSzTx/>
              <a:buFontTx/>
              <a:buNone/>
              <a:tabLst/>
              <a:defRPr kumimoji="0" sz="3000" b="0" i="0" u="none" strike="noStrike" cap="none" spc="0" normalizeH="0" baseline="0">
                <a:ln>
                  <a:noFill/>
                </a:ln>
                <a:solidFill>
                  <a:srgbClr val="5E5E5E"/>
                </a:solidFill>
                <a:effectLst/>
                <a:uFillTx/>
                <a:latin typeface="+mn-lt"/>
                <a:ea typeface="+mn-ea"/>
                <a:cs typeface="+mn-cs"/>
                <a:sym typeface="Arial"/>
              </a:defRPr>
            </a:lvl8pPr>
            <a:lvl9pPr marL="0" marR="0" indent="0" algn="ctr" defTabSz="825500" rtl="0" fontAlgn="auto" latinLnBrk="0" hangingPunct="0">
              <a:lnSpc>
                <a:spcPct val="100000"/>
              </a:lnSpc>
              <a:spcBef>
                <a:spcPts val="0"/>
              </a:spcBef>
              <a:spcAft>
                <a:spcPts val="0"/>
              </a:spcAft>
              <a:buClrTx/>
              <a:buSzTx/>
              <a:buFontTx/>
              <a:buNone/>
              <a:tabLst/>
              <a:defRPr kumimoji="0" sz="3000" b="0" i="0" u="none" strike="noStrike" cap="none" spc="0" normalizeH="0" baseline="0">
                <a:ln>
                  <a:noFill/>
                </a:ln>
                <a:solidFill>
                  <a:srgbClr val="5E5E5E"/>
                </a:solidFill>
                <a:effectLst/>
                <a:uFillTx/>
                <a:latin typeface="+mn-lt"/>
                <a:ea typeface="+mn-ea"/>
                <a:cs typeface="+mn-cs"/>
                <a:sym typeface="Arial"/>
              </a:defRPr>
            </a:lvl9pPr>
          </a:lstStyle>
          <a:p>
            <a:pPr marL="0" marR="0" lvl="0" indent="0" algn="ctr" defTabSz="412750" rtl="0" eaLnBrk="1" fontAlgn="auto" latinLnBrk="0" hangingPunct="0">
              <a:lnSpc>
                <a:spcPct val="100000"/>
              </a:lnSpc>
              <a:spcBef>
                <a:spcPts val="0"/>
              </a:spcBef>
              <a:spcAft>
                <a:spcPts val="0"/>
              </a:spcAft>
              <a:buClrTx/>
              <a:buSzTx/>
              <a:buFontTx/>
              <a:buNone/>
              <a:tabLst/>
              <a:defRPr/>
            </a:pPr>
            <a:fld id="{8DC54A33-A41F-1448-B98F-72ACA2661604}" type="slidenum">
              <a:rPr kumimoji="0" lang="en-US" sz="1200" b="0" i="0" u="none" strike="noStrike" kern="0" cap="none" spc="0" normalizeH="0" baseline="0" noProof="0" smtClean="0">
                <a:ln>
                  <a:noFill/>
                </a:ln>
                <a:solidFill>
                  <a:srgbClr val="464646"/>
                </a:solidFill>
                <a:effectLst/>
                <a:uLnTx/>
                <a:uFillTx/>
                <a:latin typeface="Work Sans Medium" pitchFamily="2" charset="0"/>
                <a:cs typeface="Arial" panose="020B0604020202020204" pitchFamily="34" charset="0"/>
                <a:sym typeface="Arial"/>
              </a:rPr>
              <a:pPr marL="0" marR="0" lvl="0" indent="0" algn="ctr" defTabSz="412750" rtl="0" eaLnBrk="1" fontAlgn="auto" latinLnBrk="0" hangingPunct="0">
                <a:lnSpc>
                  <a:spcPct val="100000"/>
                </a:lnSpc>
                <a:spcBef>
                  <a:spcPts val="0"/>
                </a:spcBef>
                <a:spcAft>
                  <a:spcPts val="0"/>
                </a:spcAft>
                <a:buClrTx/>
                <a:buSzTx/>
                <a:buFontTx/>
                <a:buNone/>
                <a:tabLst/>
                <a:defRPr/>
              </a:pPr>
              <a:t>‹#›</a:t>
            </a:fld>
            <a:endParaRPr kumimoji="0" lang="en-US" sz="1200" b="0" i="0" u="none" strike="noStrike" kern="0" cap="none" spc="0" normalizeH="0" baseline="0" noProof="0">
              <a:ln>
                <a:noFill/>
              </a:ln>
              <a:solidFill>
                <a:srgbClr val="464646"/>
              </a:solidFill>
              <a:effectLst/>
              <a:uLnTx/>
              <a:uFillTx/>
              <a:latin typeface="Work Sans Medium" pitchFamily="2" charset="0"/>
              <a:cs typeface="Arial" panose="020B0604020202020204" pitchFamily="34" charset="0"/>
              <a:sym typeface="Arial"/>
            </a:endParaRPr>
          </a:p>
        </p:txBody>
      </p:sp>
      <p:pic>
        <p:nvPicPr>
          <p:cNvPr id="4" name="Picture 3">
            <a:extLst>
              <a:ext uri="{FF2B5EF4-FFF2-40B4-BE49-F238E27FC236}">
                <a16:creationId xmlns:a16="http://schemas.microsoft.com/office/drawing/2014/main" id="{82C1AD04-CACD-4A36-AE77-AF704D37EB02}"/>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0"/>
            <a:ext cx="12192000" cy="6858000"/>
          </a:xfrm>
          <a:prstGeom prst="rect">
            <a:avLst/>
          </a:prstGeom>
        </p:spPr>
      </p:pic>
      <p:pic>
        <p:nvPicPr>
          <p:cNvPr id="3" name="611bcddf3041b282e600159b_logo-leaplogic-01.png">
            <a:extLst>
              <a:ext uri="{FF2B5EF4-FFF2-40B4-BE49-F238E27FC236}">
                <a16:creationId xmlns:a16="http://schemas.microsoft.com/office/drawing/2014/main" id="{0A952F33-30F5-D1BA-4990-F6EB2CEBF6B3}"/>
              </a:ext>
            </a:extLst>
          </p:cNvPr>
          <p:cNvPicPr>
            <a:picLocks noChangeAspect="1"/>
          </p:cNvPicPr>
          <p:nvPr userDrawn="1"/>
        </p:nvPicPr>
        <p:blipFill>
          <a:blip r:embed="rId3" cstate="print">
            <a:extLst>
              <a:ext uri="{28A0092B-C50C-407E-A947-70E740481C1C}">
                <a14:useLocalDpi xmlns:a14="http://schemas.microsoft.com/office/drawing/2010/main" val="0"/>
              </a:ext>
            </a:extLst>
          </a:blip>
          <a:srcRect/>
          <a:stretch/>
        </p:blipFill>
        <p:spPr>
          <a:xfrm>
            <a:off x="2887760" y="2941239"/>
            <a:ext cx="2785948" cy="975522"/>
          </a:xfrm>
          <a:prstGeom prst="rect">
            <a:avLst/>
          </a:prstGeom>
          <a:ln w="12700">
            <a:miter lim="400000"/>
          </a:ln>
        </p:spPr>
      </p:pic>
    </p:spTree>
    <p:extLst>
      <p:ext uri="{BB962C8B-B14F-4D97-AF65-F5344CB8AC3E}">
        <p14:creationId xmlns:p14="http://schemas.microsoft.com/office/powerpoint/2010/main" val="3241656939"/>
      </p:ext>
    </p:extLst>
  </p:cSld>
  <p:clrMapOvr>
    <a:masterClrMapping/>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Services_Cover Slide">
    <p:bg>
      <p:bgPr>
        <a:solidFill>
          <a:srgbClr val="FFFFFF"/>
        </a:solidFill>
        <a:effectLst/>
      </p:bgPr>
    </p:bg>
    <p:spTree>
      <p:nvGrpSpPr>
        <p:cNvPr id="1" name=""/>
        <p:cNvGrpSpPr/>
        <p:nvPr/>
      </p:nvGrpSpPr>
      <p:grpSpPr>
        <a:xfrm>
          <a:off x="0" y="0"/>
          <a:ext cx="0" cy="0"/>
          <a:chOff x="0" y="0"/>
          <a:chExt cx="0" cy="0"/>
        </a:xfrm>
      </p:grpSpPr>
      <p:sp>
        <p:nvSpPr>
          <p:cNvPr id="97" name="Square"/>
          <p:cNvSpPr/>
          <p:nvPr/>
        </p:nvSpPr>
        <p:spPr>
          <a:xfrm>
            <a:off x="6057900" y="6292712"/>
            <a:ext cx="76200" cy="76202"/>
          </a:xfrm>
          <a:prstGeom prst="rect">
            <a:avLst/>
          </a:prstGeom>
          <a:solidFill>
            <a:srgbClr val="535353"/>
          </a:solidFill>
          <a:ln w="12700">
            <a:miter lim="400000"/>
          </a:ln>
        </p:spPr>
        <p:txBody>
          <a:bodyPr lIns="45718" tIns="45718" rIns="45718" bIns="45718" anchor="ctr"/>
          <a:lstStyle/>
          <a:p>
            <a:pPr marL="0" marR="0" lvl="0" indent="0" algn="ctr" defTabSz="412750" rtl="0" eaLnBrk="1" fontAlgn="auto" latinLnBrk="0" hangingPunct="0">
              <a:lnSpc>
                <a:spcPct val="100000"/>
              </a:lnSpc>
              <a:spcBef>
                <a:spcPts val="0"/>
              </a:spcBef>
              <a:spcAft>
                <a:spcPts val="0"/>
              </a:spcAft>
              <a:buClrTx/>
              <a:buSzTx/>
              <a:buFontTx/>
              <a:buNone/>
              <a:tabLst/>
              <a:defRPr sz="3000">
                <a:solidFill>
                  <a:srgbClr val="FFFFFF"/>
                </a:solidFill>
              </a:defRPr>
            </a:pPr>
            <a:endParaRPr kumimoji="0" sz="1500" b="0" i="0" u="none" strike="noStrike" kern="0" cap="none" spc="0" normalizeH="0" baseline="0" noProof="0">
              <a:ln>
                <a:noFill/>
              </a:ln>
              <a:solidFill>
                <a:srgbClr val="FFFFFF"/>
              </a:solidFill>
              <a:effectLst/>
              <a:uLnTx/>
              <a:uFillTx/>
              <a:latin typeface="Roboto" panose="02000000000000000000" pitchFamily="2" charset="0"/>
              <a:ea typeface="Roboto" panose="02000000000000000000" pitchFamily="2" charset="0"/>
              <a:cs typeface="Arial"/>
              <a:sym typeface="Roboto"/>
            </a:endParaRPr>
          </a:p>
        </p:txBody>
      </p:sp>
      <p:sp>
        <p:nvSpPr>
          <p:cNvPr id="2" name="Slide Number Placeholder 1">
            <a:extLst>
              <a:ext uri="{FF2B5EF4-FFF2-40B4-BE49-F238E27FC236}">
                <a16:creationId xmlns:a16="http://schemas.microsoft.com/office/drawing/2014/main" id="{6FDBDACF-6B9A-C659-228B-2A8F733EB95E}"/>
              </a:ext>
            </a:extLst>
          </p:cNvPr>
          <p:cNvSpPr txBox="1">
            <a:spLocks/>
          </p:cNvSpPr>
          <p:nvPr userDrawn="1"/>
        </p:nvSpPr>
        <p:spPr>
          <a:xfrm>
            <a:off x="4719945" y="6346066"/>
            <a:ext cx="2743200" cy="365125"/>
          </a:xfrm>
          <a:prstGeom prst="rect">
            <a:avLst/>
          </a:prstGeom>
        </p:spPr>
        <p:txBody>
          <a:bodyPr vert="horz" lIns="45720" tIns="22860" rIns="45720" bIns="22860" rtlCol="0" anchor="ct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825500" rtl="0" fontAlgn="auto" latinLnBrk="0" hangingPunct="0">
              <a:lnSpc>
                <a:spcPct val="100000"/>
              </a:lnSpc>
              <a:spcBef>
                <a:spcPts val="0"/>
              </a:spcBef>
              <a:spcAft>
                <a:spcPts val="0"/>
              </a:spcAft>
              <a:buClrTx/>
              <a:buSzTx/>
              <a:buFontTx/>
              <a:buNone/>
              <a:tabLst/>
              <a:defRPr kumimoji="0" sz="2800" b="0" i="0" u="none" strike="noStrike" cap="none" spc="0" normalizeH="0" baseline="0">
                <a:ln>
                  <a:noFill/>
                </a:ln>
                <a:solidFill>
                  <a:schemeClr val="bg1"/>
                </a:solidFill>
                <a:effectLst/>
                <a:uFillTx/>
                <a:latin typeface="Arial" panose="020B0604020202020204" pitchFamily="34" charset="0"/>
                <a:ea typeface="+mn-ea"/>
                <a:cs typeface="Arial" panose="020B0604020202020204" pitchFamily="34" charset="0"/>
                <a:sym typeface="Arial"/>
              </a:defRPr>
            </a:lvl1pPr>
            <a:lvl2pPr marL="0" marR="0" indent="0" algn="ctr" defTabSz="825500" rtl="0" fontAlgn="auto" latinLnBrk="0" hangingPunct="0">
              <a:lnSpc>
                <a:spcPct val="100000"/>
              </a:lnSpc>
              <a:spcBef>
                <a:spcPts val="0"/>
              </a:spcBef>
              <a:spcAft>
                <a:spcPts val="0"/>
              </a:spcAft>
              <a:buClrTx/>
              <a:buSzTx/>
              <a:buFontTx/>
              <a:buNone/>
              <a:tabLst/>
              <a:defRPr kumimoji="0" sz="3000" b="0" i="0" u="none" strike="noStrike" cap="none" spc="0" normalizeH="0" baseline="0">
                <a:ln>
                  <a:noFill/>
                </a:ln>
                <a:solidFill>
                  <a:srgbClr val="5E5E5E"/>
                </a:solidFill>
                <a:effectLst/>
                <a:uFillTx/>
                <a:latin typeface="+mn-lt"/>
                <a:ea typeface="+mn-ea"/>
                <a:cs typeface="+mn-cs"/>
                <a:sym typeface="Arial"/>
              </a:defRPr>
            </a:lvl2pPr>
            <a:lvl3pPr marL="0" marR="0" indent="0" algn="ctr" defTabSz="825500" rtl="0" fontAlgn="auto" latinLnBrk="0" hangingPunct="0">
              <a:lnSpc>
                <a:spcPct val="100000"/>
              </a:lnSpc>
              <a:spcBef>
                <a:spcPts val="0"/>
              </a:spcBef>
              <a:spcAft>
                <a:spcPts val="0"/>
              </a:spcAft>
              <a:buClrTx/>
              <a:buSzTx/>
              <a:buFontTx/>
              <a:buNone/>
              <a:tabLst/>
              <a:defRPr kumimoji="0" sz="3000" b="0" i="0" u="none" strike="noStrike" cap="none" spc="0" normalizeH="0" baseline="0">
                <a:ln>
                  <a:noFill/>
                </a:ln>
                <a:solidFill>
                  <a:srgbClr val="5E5E5E"/>
                </a:solidFill>
                <a:effectLst/>
                <a:uFillTx/>
                <a:latin typeface="+mn-lt"/>
                <a:ea typeface="+mn-ea"/>
                <a:cs typeface="+mn-cs"/>
                <a:sym typeface="Arial"/>
              </a:defRPr>
            </a:lvl3pPr>
            <a:lvl4pPr marL="0" marR="0" indent="0" algn="ctr" defTabSz="825500" rtl="0" fontAlgn="auto" latinLnBrk="0" hangingPunct="0">
              <a:lnSpc>
                <a:spcPct val="100000"/>
              </a:lnSpc>
              <a:spcBef>
                <a:spcPts val="0"/>
              </a:spcBef>
              <a:spcAft>
                <a:spcPts val="0"/>
              </a:spcAft>
              <a:buClrTx/>
              <a:buSzTx/>
              <a:buFontTx/>
              <a:buNone/>
              <a:tabLst/>
              <a:defRPr kumimoji="0" sz="3000" b="0" i="0" u="none" strike="noStrike" cap="none" spc="0" normalizeH="0" baseline="0">
                <a:ln>
                  <a:noFill/>
                </a:ln>
                <a:solidFill>
                  <a:srgbClr val="5E5E5E"/>
                </a:solidFill>
                <a:effectLst/>
                <a:uFillTx/>
                <a:latin typeface="+mn-lt"/>
                <a:ea typeface="+mn-ea"/>
                <a:cs typeface="+mn-cs"/>
                <a:sym typeface="Arial"/>
              </a:defRPr>
            </a:lvl4pPr>
            <a:lvl5pPr marL="0" marR="0" indent="0" algn="ctr" defTabSz="825500" rtl="0" fontAlgn="auto" latinLnBrk="0" hangingPunct="0">
              <a:lnSpc>
                <a:spcPct val="100000"/>
              </a:lnSpc>
              <a:spcBef>
                <a:spcPts val="0"/>
              </a:spcBef>
              <a:spcAft>
                <a:spcPts val="0"/>
              </a:spcAft>
              <a:buClrTx/>
              <a:buSzTx/>
              <a:buFontTx/>
              <a:buNone/>
              <a:tabLst/>
              <a:defRPr kumimoji="0" sz="3000" b="0" i="0" u="none" strike="noStrike" cap="none" spc="0" normalizeH="0" baseline="0">
                <a:ln>
                  <a:noFill/>
                </a:ln>
                <a:solidFill>
                  <a:srgbClr val="5E5E5E"/>
                </a:solidFill>
                <a:effectLst/>
                <a:uFillTx/>
                <a:latin typeface="+mn-lt"/>
                <a:ea typeface="+mn-ea"/>
                <a:cs typeface="+mn-cs"/>
                <a:sym typeface="Arial"/>
              </a:defRPr>
            </a:lvl5pPr>
            <a:lvl6pPr marL="0" marR="0" indent="0" algn="ctr" defTabSz="825500" rtl="0" fontAlgn="auto" latinLnBrk="0" hangingPunct="0">
              <a:lnSpc>
                <a:spcPct val="100000"/>
              </a:lnSpc>
              <a:spcBef>
                <a:spcPts val="0"/>
              </a:spcBef>
              <a:spcAft>
                <a:spcPts val="0"/>
              </a:spcAft>
              <a:buClrTx/>
              <a:buSzTx/>
              <a:buFontTx/>
              <a:buNone/>
              <a:tabLst/>
              <a:defRPr kumimoji="0" sz="3000" b="0" i="0" u="none" strike="noStrike" cap="none" spc="0" normalizeH="0" baseline="0">
                <a:ln>
                  <a:noFill/>
                </a:ln>
                <a:solidFill>
                  <a:srgbClr val="5E5E5E"/>
                </a:solidFill>
                <a:effectLst/>
                <a:uFillTx/>
                <a:latin typeface="+mn-lt"/>
                <a:ea typeface="+mn-ea"/>
                <a:cs typeface="+mn-cs"/>
                <a:sym typeface="Arial"/>
              </a:defRPr>
            </a:lvl6pPr>
            <a:lvl7pPr marL="0" marR="0" indent="0" algn="ctr" defTabSz="825500" rtl="0" fontAlgn="auto" latinLnBrk="0" hangingPunct="0">
              <a:lnSpc>
                <a:spcPct val="100000"/>
              </a:lnSpc>
              <a:spcBef>
                <a:spcPts val="0"/>
              </a:spcBef>
              <a:spcAft>
                <a:spcPts val="0"/>
              </a:spcAft>
              <a:buClrTx/>
              <a:buSzTx/>
              <a:buFontTx/>
              <a:buNone/>
              <a:tabLst/>
              <a:defRPr kumimoji="0" sz="3000" b="0" i="0" u="none" strike="noStrike" cap="none" spc="0" normalizeH="0" baseline="0">
                <a:ln>
                  <a:noFill/>
                </a:ln>
                <a:solidFill>
                  <a:srgbClr val="5E5E5E"/>
                </a:solidFill>
                <a:effectLst/>
                <a:uFillTx/>
                <a:latin typeface="+mn-lt"/>
                <a:ea typeface="+mn-ea"/>
                <a:cs typeface="+mn-cs"/>
                <a:sym typeface="Arial"/>
              </a:defRPr>
            </a:lvl7pPr>
            <a:lvl8pPr marL="0" marR="0" indent="0" algn="ctr" defTabSz="825500" rtl="0" fontAlgn="auto" latinLnBrk="0" hangingPunct="0">
              <a:lnSpc>
                <a:spcPct val="100000"/>
              </a:lnSpc>
              <a:spcBef>
                <a:spcPts val="0"/>
              </a:spcBef>
              <a:spcAft>
                <a:spcPts val="0"/>
              </a:spcAft>
              <a:buClrTx/>
              <a:buSzTx/>
              <a:buFontTx/>
              <a:buNone/>
              <a:tabLst/>
              <a:defRPr kumimoji="0" sz="3000" b="0" i="0" u="none" strike="noStrike" cap="none" spc="0" normalizeH="0" baseline="0">
                <a:ln>
                  <a:noFill/>
                </a:ln>
                <a:solidFill>
                  <a:srgbClr val="5E5E5E"/>
                </a:solidFill>
                <a:effectLst/>
                <a:uFillTx/>
                <a:latin typeface="+mn-lt"/>
                <a:ea typeface="+mn-ea"/>
                <a:cs typeface="+mn-cs"/>
                <a:sym typeface="Arial"/>
              </a:defRPr>
            </a:lvl8pPr>
            <a:lvl9pPr marL="0" marR="0" indent="0" algn="ctr" defTabSz="825500" rtl="0" fontAlgn="auto" latinLnBrk="0" hangingPunct="0">
              <a:lnSpc>
                <a:spcPct val="100000"/>
              </a:lnSpc>
              <a:spcBef>
                <a:spcPts val="0"/>
              </a:spcBef>
              <a:spcAft>
                <a:spcPts val="0"/>
              </a:spcAft>
              <a:buClrTx/>
              <a:buSzTx/>
              <a:buFontTx/>
              <a:buNone/>
              <a:tabLst/>
              <a:defRPr kumimoji="0" sz="3000" b="0" i="0" u="none" strike="noStrike" cap="none" spc="0" normalizeH="0" baseline="0">
                <a:ln>
                  <a:noFill/>
                </a:ln>
                <a:solidFill>
                  <a:srgbClr val="5E5E5E"/>
                </a:solidFill>
                <a:effectLst/>
                <a:uFillTx/>
                <a:latin typeface="+mn-lt"/>
                <a:ea typeface="+mn-ea"/>
                <a:cs typeface="+mn-cs"/>
                <a:sym typeface="Arial"/>
              </a:defRPr>
            </a:lvl9pPr>
          </a:lstStyle>
          <a:p>
            <a:pPr marL="0" marR="0" lvl="0" indent="0" algn="ctr" defTabSz="412750" rtl="0" eaLnBrk="1" fontAlgn="auto" latinLnBrk="0" hangingPunct="0">
              <a:lnSpc>
                <a:spcPct val="100000"/>
              </a:lnSpc>
              <a:spcBef>
                <a:spcPts val="0"/>
              </a:spcBef>
              <a:spcAft>
                <a:spcPts val="0"/>
              </a:spcAft>
              <a:buClrTx/>
              <a:buSzTx/>
              <a:buFontTx/>
              <a:buNone/>
              <a:tabLst/>
              <a:defRPr/>
            </a:pPr>
            <a:fld id="{8DC54A33-A41F-1448-B98F-72ACA2661604}" type="slidenum">
              <a:rPr kumimoji="0" lang="en-US" sz="1200" b="0" i="0" u="none" strike="noStrike" kern="0" cap="none" spc="0" normalizeH="0" baseline="0" noProof="0" smtClean="0">
                <a:ln>
                  <a:noFill/>
                </a:ln>
                <a:solidFill>
                  <a:srgbClr val="464646"/>
                </a:solidFill>
                <a:effectLst/>
                <a:uLnTx/>
                <a:uFillTx/>
                <a:latin typeface="Work Sans Medium" pitchFamily="2" charset="0"/>
                <a:cs typeface="Arial" panose="020B0604020202020204" pitchFamily="34" charset="0"/>
                <a:sym typeface="Arial"/>
              </a:rPr>
              <a:pPr marL="0" marR="0" lvl="0" indent="0" algn="ctr" defTabSz="412750" rtl="0" eaLnBrk="1" fontAlgn="auto" latinLnBrk="0" hangingPunct="0">
                <a:lnSpc>
                  <a:spcPct val="100000"/>
                </a:lnSpc>
                <a:spcBef>
                  <a:spcPts val="0"/>
                </a:spcBef>
                <a:spcAft>
                  <a:spcPts val="0"/>
                </a:spcAft>
                <a:buClrTx/>
                <a:buSzTx/>
                <a:buFontTx/>
                <a:buNone/>
                <a:tabLst/>
                <a:defRPr/>
              </a:pPr>
              <a:t>‹#›</a:t>
            </a:fld>
            <a:endParaRPr kumimoji="0" lang="en-US" sz="1200" b="0" i="0" u="none" strike="noStrike" kern="0" cap="none" spc="0" normalizeH="0" baseline="0" noProof="0">
              <a:ln>
                <a:noFill/>
              </a:ln>
              <a:solidFill>
                <a:srgbClr val="464646"/>
              </a:solidFill>
              <a:effectLst/>
              <a:uLnTx/>
              <a:uFillTx/>
              <a:latin typeface="Work Sans Medium" pitchFamily="2" charset="0"/>
              <a:cs typeface="Arial" panose="020B0604020202020204" pitchFamily="34" charset="0"/>
              <a:sym typeface="Arial"/>
            </a:endParaRPr>
          </a:p>
        </p:txBody>
      </p:sp>
      <p:pic>
        <p:nvPicPr>
          <p:cNvPr id="5" name="Picture 4" descr="A picture containing sketch, drawing, circle, art&#10;&#10;Description automatically generated">
            <a:extLst>
              <a:ext uri="{FF2B5EF4-FFF2-40B4-BE49-F238E27FC236}">
                <a16:creationId xmlns:a16="http://schemas.microsoft.com/office/drawing/2014/main" id="{238EB921-DE18-FE94-4749-E44CF5BAEEA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3" name="Impetus-logo-light-grey.png" descr="Impetus-logo-light-grey.png">
            <a:extLst>
              <a:ext uri="{FF2B5EF4-FFF2-40B4-BE49-F238E27FC236}">
                <a16:creationId xmlns:a16="http://schemas.microsoft.com/office/drawing/2014/main" id="{4D5E97F0-5CFB-42DD-1327-3B52F176A885}"/>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2848448" y="3183700"/>
            <a:ext cx="2985808" cy="490600"/>
          </a:xfrm>
          <a:prstGeom prst="rect">
            <a:avLst/>
          </a:prstGeom>
          <a:ln w="12700">
            <a:miter lim="400000"/>
          </a:ln>
        </p:spPr>
      </p:pic>
    </p:spTree>
    <p:extLst>
      <p:ext uri="{BB962C8B-B14F-4D97-AF65-F5344CB8AC3E}">
        <p14:creationId xmlns:p14="http://schemas.microsoft.com/office/powerpoint/2010/main" val="954738160"/>
      </p:ext>
    </p:extLst>
  </p:cSld>
  <p:clrMapOvr>
    <a:masterClrMapping/>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hank you slide">
    <p:bg>
      <p:bgPr>
        <a:solidFill>
          <a:srgbClr val="FFFFFF"/>
        </a:solidFill>
        <a:effectLst/>
      </p:bgPr>
    </p:bg>
    <p:spTree>
      <p:nvGrpSpPr>
        <p:cNvPr id="1" name=""/>
        <p:cNvGrpSpPr/>
        <p:nvPr/>
      </p:nvGrpSpPr>
      <p:grpSpPr>
        <a:xfrm>
          <a:off x="0" y="0"/>
          <a:ext cx="0" cy="0"/>
          <a:chOff x="0" y="0"/>
          <a:chExt cx="0" cy="0"/>
        </a:xfrm>
      </p:grpSpPr>
      <p:sp>
        <p:nvSpPr>
          <p:cNvPr id="97" name="Square"/>
          <p:cNvSpPr/>
          <p:nvPr/>
        </p:nvSpPr>
        <p:spPr>
          <a:xfrm>
            <a:off x="6057900" y="6292712"/>
            <a:ext cx="76200" cy="76202"/>
          </a:xfrm>
          <a:prstGeom prst="rect">
            <a:avLst/>
          </a:prstGeom>
          <a:solidFill>
            <a:srgbClr val="535353"/>
          </a:solidFill>
          <a:ln w="12700">
            <a:miter lim="400000"/>
          </a:ln>
        </p:spPr>
        <p:txBody>
          <a:bodyPr lIns="45718" tIns="45718" rIns="45718" bIns="45718" anchor="ctr"/>
          <a:lstStyle/>
          <a:p>
            <a:pPr marL="0" marR="0" lvl="0" indent="0" algn="ctr" defTabSz="412750" rtl="0" eaLnBrk="1" fontAlgn="auto" latinLnBrk="0" hangingPunct="0">
              <a:lnSpc>
                <a:spcPct val="100000"/>
              </a:lnSpc>
              <a:spcBef>
                <a:spcPts val="0"/>
              </a:spcBef>
              <a:spcAft>
                <a:spcPts val="0"/>
              </a:spcAft>
              <a:buClrTx/>
              <a:buSzTx/>
              <a:buFontTx/>
              <a:buNone/>
              <a:tabLst/>
              <a:defRPr sz="3000">
                <a:solidFill>
                  <a:srgbClr val="FFFFFF"/>
                </a:solidFill>
              </a:defRPr>
            </a:pPr>
            <a:endParaRPr kumimoji="0" sz="1500" b="0" i="0" u="none" strike="noStrike" kern="0" cap="none" spc="0" normalizeH="0" baseline="0" noProof="0">
              <a:ln>
                <a:noFill/>
              </a:ln>
              <a:solidFill>
                <a:srgbClr val="FFFFFF"/>
              </a:solidFill>
              <a:effectLst/>
              <a:uLnTx/>
              <a:uFillTx/>
              <a:latin typeface="Roboto" panose="02000000000000000000" pitchFamily="2" charset="0"/>
              <a:ea typeface="Roboto" panose="02000000000000000000" pitchFamily="2" charset="0"/>
              <a:cs typeface="Arial"/>
              <a:sym typeface="Roboto"/>
            </a:endParaRPr>
          </a:p>
        </p:txBody>
      </p:sp>
      <p:sp>
        <p:nvSpPr>
          <p:cNvPr id="2" name="Slide Number Placeholder 1">
            <a:extLst>
              <a:ext uri="{FF2B5EF4-FFF2-40B4-BE49-F238E27FC236}">
                <a16:creationId xmlns:a16="http://schemas.microsoft.com/office/drawing/2014/main" id="{6FDBDACF-6B9A-C659-228B-2A8F733EB95E}"/>
              </a:ext>
            </a:extLst>
          </p:cNvPr>
          <p:cNvSpPr txBox="1">
            <a:spLocks/>
          </p:cNvSpPr>
          <p:nvPr userDrawn="1"/>
        </p:nvSpPr>
        <p:spPr>
          <a:xfrm>
            <a:off x="4719945" y="6346066"/>
            <a:ext cx="2743200" cy="365125"/>
          </a:xfrm>
          <a:prstGeom prst="rect">
            <a:avLst/>
          </a:prstGeom>
        </p:spPr>
        <p:txBody>
          <a:bodyPr vert="horz" lIns="45720" tIns="22860" rIns="45720" bIns="22860" rtlCol="0" anchor="ct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825500" rtl="0" fontAlgn="auto" latinLnBrk="0" hangingPunct="0">
              <a:lnSpc>
                <a:spcPct val="100000"/>
              </a:lnSpc>
              <a:spcBef>
                <a:spcPts val="0"/>
              </a:spcBef>
              <a:spcAft>
                <a:spcPts val="0"/>
              </a:spcAft>
              <a:buClrTx/>
              <a:buSzTx/>
              <a:buFontTx/>
              <a:buNone/>
              <a:tabLst/>
              <a:defRPr kumimoji="0" sz="2800" b="0" i="0" u="none" strike="noStrike" cap="none" spc="0" normalizeH="0" baseline="0">
                <a:ln>
                  <a:noFill/>
                </a:ln>
                <a:solidFill>
                  <a:schemeClr val="bg1"/>
                </a:solidFill>
                <a:effectLst/>
                <a:uFillTx/>
                <a:latin typeface="Arial" panose="020B0604020202020204" pitchFamily="34" charset="0"/>
                <a:ea typeface="+mn-ea"/>
                <a:cs typeface="Arial" panose="020B0604020202020204" pitchFamily="34" charset="0"/>
                <a:sym typeface="Arial"/>
              </a:defRPr>
            </a:lvl1pPr>
            <a:lvl2pPr marL="0" marR="0" indent="0" algn="ctr" defTabSz="825500" rtl="0" fontAlgn="auto" latinLnBrk="0" hangingPunct="0">
              <a:lnSpc>
                <a:spcPct val="100000"/>
              </a:lnSpc>
              <a:spcBef>
                <a:spcPts val="0"/>
              </a:spcBef>
              <a:spcAft>
                <a:spcPts val="0"/>
              </a:spcAft>
              <a:buClrTx/>
              <a:buSzTx/>
              <a:buFontTx/>
              <a:buNone/>
              <a:tabLst/>
              <a:defRPr kumimoji="0" sz="3000" b="0" i="0" u="none" strike="noStrike" cap="none" spc="0" normalizeH="0" baseline="0">
                <a:ln>
                  <a:noFill/>
                </a:ln>
                <a:solidFill>
                  <a:srgbClr val="5E5E5E"/>
                </a:solidFill>
                <a:effectLst/>
                <a:uFillTx/>
                <a:latin typeface="+mn-lt"/>
                <a:ea typeface="+mn-ea"/>
                <a:cs typeface="+mn-cs"/>
                <a:sym typeface="Arial"/>
              </a:defRPr>
            </a:lvl2pPr>
            <a:lvl3pPr marL="0" marR="0" indent="0" algn="ctr" defTabSz="825500" rtl="0" fontAlgn="auto" latinLnBrk="0" hangingPunct="0">
              <a:lnSpc>
                <a:spcPct val="100000"/>
              </a:lnSpc>
              <a:spcBef>
                <a:spcPts val="0"/>
              </a:spcBef>
              <a:spcAft>
                <a:spcPts val="0"/>
              </a:spcAft>
              <a:buClrTx/>
              <a:buSzTx/>
              <a:buFontTx/>
              <a:buNone/>
              <a:tabLst/>
              <a:defRPr kumimoji="0" sz="3000" b="0" i="0" u="none" strike="noStrike" cap="none" spc="0" normalizeH="0" baseline="0">
                <a:ln>
                  <a:noFill/>
                </a:ln>
                <a:solidFill>
                  <a:srgbClr val="5E5E5E"/>
                </a:solidFill>
                <a:effectLst/>
                <a:uFillTx/>
                <a:latin typeface="+mn-lt"/>
                <a:ea typeface="+mn-ea"/>
                <a:cs typeface="+mn-cs"/>
                <a:sym typeface="Arial"/>
              </a:defRPr>
            </a:lvl3pPr>
            <a:lvl4pPr marL="0" marR="0" indent="0" algn="ctr" defTabSz="825500" rtl="0" fontAlgn="auto" latinLnBrk="0" hangingPunct="0">
              <a:lnSpc>
                <a:spcPct val="100000"/>
              </a:lnSpc>
              <a:spcBef>
                <a:spcPts val="0"/>
              </a:spcBef>
              <a:spcAft>
                <a:spcPts val="0"/>
              </a:spcAft>
              <a:buClrTx/>
              <a:buSzTx/>
              <a:buFontTx/>
              <a:buNone/>
              <a:tabLst/>
              <a:defRPr kumimoji="0" sz="3000" b="0" i="0" u="none" strike="noStrike" cap="none" spc="0" normalizeH="0" baseline="0">
                <a:ln>
                  <a:noFill/>
                </a:ln>
                <a:solidFill>
                  <a:srgbClr val="5E5E5E"/>
                </a:solidFill>
                <a:effectLst/>
                <a:uFillTx/>
                <a:latin typeface="+mn-lt"/>
                <a:ea typeface="+mn-ea"/>
                <a:cs typeface="+mn-cs"/>
                <a:sym typeface="Arial"/>
              </a:defRPr>
            </a:lvl4pPr>
            <a:lvl5pPr marL="0" marR="0" indent="0" algn="ctr" defTabSz="825500" rtl="0" fontAlgn="auto" latinLnBrk="0" hangingPunct="0">
              <a:lnSpc>
                <a:spcPct val="100000"/>
              </a:lnSpc>
              <a:spcBef>
                <a:spcPts val="0"/>
              </a:spcBef>
              <a:spcAft>
                <a:spcPts val="0"/>
              </a:spcAft>
              <a:buClrTx/>
              <a:buSzTx/>
              <a:buFontTx/>
              <a:buNone/>
              <a:tabLst/>
              <a:defRPr kumimoji="0" sz="3000" b="0" i="0" u="none" strike="noStrike" cap="none" spc="0" normalizeH="0" baseline="0">
                <a:ln>
                  <a:noFill/>
                </a:ln>
                <a:solidFill>
                  <a:srgbClr val="5E5E5E"/>
                </a:solidFill>
                <a:effectLst/>
                <a:uFillTx/>
                <a:latin typeface="+mn-lt"/>
                <a:ea typeface="+mn-ea"/>
                <a:cs typeface="+mn-cs"/>
                <a:sym typeface="Arial"/>
              </a:defRPr>
            </a:lvl5pPr>
            <a:lvl6pPr marL="0" marR="0" indent="0" algn="ctr" defTabSz="825500" rtl="0" fontAlgn="auto" latinLnBrk="0" hangingPunct="0">
              <a:lnSpc>
                <a:spcPct val="100000"/>
              </a:lnSpc>
              <a:spcBef>
                <a:spcPts val="0"/>
              </a:spcBef>
              <a:spcAft>
                <a:spcPts val="0"/>
              </a:spcAft>
              <a:buClrTx/>
              <a:buSzTx/>
              <a:buFontTx/>
              <a:buNone/>
              <a:tabLst/>
              <a:defRPr kumimoji="0" sz="3000" b="0" i="0" u="none" strike="noStrike" cap="none" spc="0" normalizeH="0" baseline="0">
                <a:ln>
                  <a:noFill/>
                </a:ln>
                <a:solidFill>
                  <a:srgbClr val="5E5E5E"/>
                </a:solidFill>
                <a:effectLst/>
                <a:uFillTx/>
                <a:latin typeface="+mn-lt"/>
                <a:ea typeface="+mn-ea"/>
                <a:cs typeface="+mn-cs"/>
                <a:sym typeface="Arial"/>
              </a:defRPr>
            </a:lvl6pPr>
            <a:lvl7pPr marL="0" marR="0" indent="0" algn="ctr" defTabSz="825500" rtl="0" fontAlgn="auto" latinLnBrk="0" hangingPunct="0">
              <a:lnSpc>
                <a:spcPct val="100000"/>
              </a:lnSpc>
              <a:spcBef>
                <a:spcPts val="0"/>
              </a:spcBef>
              <a:spcAft>
                <a:spcPts val="0"/>
              </a:spcAft>
              <a:buClrTx/>
              <a:buSzTx/>
              <a:buFontTx/>
              <a:buNone/>
              <a:tabLst/>
              <a:defRPr kumimoji="0" sz="3000" b="0" i="0" u="none" strike="noStrike" cap="none" spc="0" normalizeH="0" baseline="0">
                <a:ln>
                  <a:noFill/>
                </a:ln>
                <a:solidFill>
                  <a:srgbClr val="5E5E5E"/>
                </a:solidFill>
                <a:effectLst/>
                <a:uFillTx/>
                <a:latin typeface="+mn-lt"/>
                <a:ea typeface="+mn-ea"/>
                <a:cs typeface="+mn-cs"/>
                <a:sym typeface="Arial"/>
              </a:defRPr>
            </a:lvl7pPr>
            <a:lvl8pPr marL="0" marR="0" indent="0" algn="ctr" defTabSz="825500" rtl="0" fontAlgn="auto" latinLnBrk="0" hangingPunct="0">
              <a:lnSpc>
                <a:spcPct val="100000"/>
              </a:lnSpc>
              <a:spcBef>
                <a:spcPts val="0"/>
              </a:spcBef>
              <a:spcAft>
                <a:spcPts val="0"/>
              </a:spcAft>
              <a:buClrTx/>
              <a:buSzTx/>
              <a:buFontTx/>
              <a:buNone/>
              <a:tabLst/>
              <a:defRPr kumimoji="0" sz="3000" b="0" i="0" u="none" strike="noStrike" cap="none" spc="0" normalizeH="0" baseline="0">
                <a:ln>
                  <a:noFill/>
                </a:ln>
                <a:solidFill>
                  <a:srgbClr val="5E5E5E"/>
                </a:solidFill>
                <a:effectLst/>
                <a:uFillTx/>
                <a:latin typeface="+mn-lt"/>
                <a:ea typeface="+mn-ea"/>
                <a:cs typeface="+mn-cs"/>
                <a:sym typeface="Arial"/>
              </a:defRPr>
            </a:lvl8pPr>
            <a:lvl9pPr marL="0" marR="0" indent="0" algn="ctr" defTabSz="825500" rtl="0" fontAlgn="auto" latinLnBrk="0" hangingPunct="0">
              <a:lnSpc>
                <a:spcPct val="100000"/>
              </a:lnSpc>
              <a:spcBef>
                <a:spcPts val="0"/>
              </a:spcBef>
              <a:spcAft>
                <a:spcPts val="0"/>
              </a:spcAft>
              <a:buClrTx/>
              <a:buSzTx/>
              <a:buFontTx/>
              <a:buNone/>
              <a:tabLst/>
              <a:defRPr kumimoji="0" sz="3000" b="0" i="0" u="none" strike="noStrike" cap="none" spc="0" normalizeH="0" baseline="0">
                <a:ln>
                  <a:noFill/>
                </a:ln>
                <a:solidFill>
                  <a:srgbClr val="5E5E5E"/>
                </a:solidFill>
                <a:effectLst/>
                <a:uFillTx/>
                <a:latin typeface="+mn-lt"/>
                <a:ea typeface="+mn-ea"/>
                <a:cs typeface="+mn-cs"/>
                <a:sym typeface="Arial"/>
              </a:defRPr>
            </a:lvl9pPr>
          </a:lstStyle>
          <a:p>
            <a:pPr marL="0" marR="0" lvl="0" indent="0" algn="ctr" defTabSz="412750" rtl="0" eaLnBrk="1" fontAlgn="auto" latinLnBrk="0" hangingPunct="0">
              <a:lnSpc>
                <a:spcPct val="100000"/>
              </a:lnSpc>
              <a:spcBef>
                <a:spcPts val="0"/>
              </a:spcBef>
              <a:spcAft>
                <a:spcPts val="0"/>
              </a:spcAft>
              <a:buClrTx/>
              <a:buSzTx/>
              <a:buFontTx/>
              <a:buNone/>
              <a:tabLst/>
              <a:defRPr/>
            </a:pPr>
            <a:fld id="{8DC54A33-A41F-1448-B98F-72ACA2661604}" type="slidenum">
              <a:rPr kumimoji="0" lang="en-US" sz="1200" b="0" i="0" u="none" strike="noStrike" kern="0" cap="none" spc="0" normalizeH="0" baseline="0" noProof="0" smtClean="0">
                <a:ln>
                  <a:noFill/>
                </a:ln>
                <a:solidFill>
                  <a:srgbClr val="464646"/>
                </a:solidFill>
                <a:effectLst/>
                <a:uLnTx/>
                <a:uFillTx/>
                <a:latin typeface="Work Sans Medium" pitchFamily="2" charset="0"/>
                <a:cs typeface="Arial" panose="020B0604020202020204" pitchFamily="34" charset="0"/>
                <a:sym typeface="Arial"/>
              </a:rPr>
              <a:pPr marL="0" marR="0" lvl="0" indent="0" algn="ctr" defTabSz="412750" rtl="0" eaLnBrk="1" fontAlgn="auto" latinLnBrk="0" hangingPunct="0">
                <a:lnSpc>
                  <a:spcPct val="100000"/>
                </a:lnSpc>
                <a:spcBef>
                  <a:spcPts val="0"/>
                </a:spcBef>
                <a:spcAft>
                  <a:spcPts val="0"/>
                </a:spcAft>
                <a:buClrTx/>
                <a:buSzTx/>
                <a:buFontTx/>
                <a:buNone/>
                <a:tabLst/>
                <a:defRPr/>
              </a:pPr>
              <a:t>‹#›</a:t>
            </a:fld>
            <a:endParaRPr kumimoji="0" lang="en-US" sz="1200" b="0" i="0" u="none" strike="noStrike" kern="0" cap="none" spc="0" normalizeH="0" baseline="0" noProof="0">
              <a:ln>
                <a:noFill/>
              </a:ln>
              <a:solidFill>
                <a:srgbClr val="464646"/>
              </a:solidFill>
              <a:effectLst/>
              <a:uLnTx/>
              <a:uFillTx/>
              <a:latin typeface="Work Sans Medium" pitchFamily="2" charset="0"/>
              <a:cs typeface="Arial" panose="020B0604020202020204" pitchFamily="34" charset="0"/>
              <a:sym typeface="Arial"/>
            </a:endParaRPr>
          </a:p>
        </p:txBody>
      </p:sp>
      <p:pic>
        <p:nvPicPr>
          <p:cNvPr id="5" name="Picture 4" descr="A picture containing sketch, drawing, circle, art&#10;&#10;Description automatically generated">
            <a:extLst>
              <a:ext uri="{FF2B5EF4-FFF2-40B4-BE49-F238E27FC236}">
                <a16:creationId xmlns:a16="http://schemas.microsoft.com/office/drawing/2014/main" id="{238EB921-DE18-FE94-4749-E44CF5BAEEA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1516400676"/>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3_Services_Title Slide">
    <p:bg>
      <p:bgPr>
        <a:blipFill dpi="0" rotWithShape="1">
          <a:blip r:embed="rId2">
            <a:lum/>
            <a:extLst>
              <a:ext uri="{96DAC541-7B7A-43D3-8B79-37D633B846F1}">
                <asvg:svgBlip xmlns:asvg="http://schemas.microsoft.com/office/drawing/2016/SVG/main" r:embed="rId3"/>
              </a:ext>
            </a:extLst>
          </a:blip>
          <a:srcRect/>
          <a:stretch>
            <a:fillRect/>
          </a:stretch>
        </a:blip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A65981D3-057D-D674-B908-3983B8651066}"/>
              </a:ext>
            </a:extLst>
          </p:cNvPr>
          <p:cNvSpPr>
            <a:spLocks noGrp="1"/>
          </p:cNvSpPr>
          <p:nvPr>
            <p:ph type="body" sz="quarter" idx="10" hasCustomPrompt="1"/>
          </p:nvPr>
        </p:nvSpPr>
        <p:spPr>
          <a:xfrm>
            <a:off x="542925" y="1504950"/>
            <a:ext cx="5372100" cy="4162425"/>
          </a:xfrm>
          <a:prstGeom prst="rect">
            <a:avLst/>
          </a:prstGeom>
        </p:spPr>
        <p:txBody>
          <a:bodyPr anchor="ctr"/>
          <a:lstStyle>
            <a:lvl1pPr marL="0" indent="0">
              <a:buNone/>
              <a:defRPr sz="3600"/>
            </a:lvl1pPr>
          </a:lstStyle>
          <a:p>
            <a:pPr lvl="0"/>
            <a:r>
              <a:rPr lang="en-US"/>
              <a:t>Add title of presentation</a:t>
            </a:r>
          </a:p>
        </p:txBody>
      </p:sp>
    </p:spTree>
    <p:extLst>
      <p:ext uri="{BB962C8B-B14F-4D97-AF65-F5344CB8AC3E}">
        <p14:creationId xmlns:p14="http://schemas.microsoft.com/office/powerpoint/2010/main" val="2700631087"/>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3_Title Top Services">
    <p:spTree>
      <p:nvGrpSpPr>
        <p:cNvPr id="1" name=""/>
        <p:cNvGrpSpPr/>
        <p:nvPr/>
      </p:nvGrpSpPr>
      <p:grpSpPr>
        <a:xfrm>
          <a:off x="0" y="0"/>
          <a:ext cx="0" cy="0"/>
          <a:chOff x="0" y="0"/>
          <a:chExt cx="0" cy="0"/>
        </a:xfrm>
      </p:grpSpPr>
      <p:sp>
        <p:nvSpPr>
          <p:cNvPr id="2" name="Google Shape;19;p26">
            <a:extLst>
              <a:ext uri="{FF2B5EF4-FFF2-40B4-BE49-F238E27FC236}">
                <a16:creationId xmlns:a16="http://schemas.microsoft.com/office/drawing/2014/main" id="{BF0D7D0E-7221-CEC4-35BE-A27BFB4ECFA0}"/>
              </a:ext>
            </a:extLst>
          </p:cNvPr>
          <p:cNvSpPr txBox="1">
            <a:spLocks noGrp="1"/>
          </p:cNvSpPr>
          <p:nvPr>
            <p:ph type="title"/>
          </p:nvPr>
        </p:nvSpPr>
        <p:spPr>
          <a:xfrm>
            <a:off x="812800" y="177800"/>
            <a:ext cx="10566400" cy="1143000"/>
          </a:xfrm>
          <a:prstGeom prst="rect">
            <a:avLst/>
          </a:prstGeom>
          <a:noFill/>
          <a:ln>
            <a:noFill/>
          </a:ln>
        </p:spPr>
        <p:txBody>
          <a:bodyPr spcFirstLastPara="1" wrap="square" lIns="0" tIns="0" rIns="0" bIns="0" anchor="ctr" anchorCtr="0">
            <a:normAutofit/>
          </a:bodyPr>
          <a:lstStyle>
            <a:lvl1pPr lvl="0" algn="l">
              <a:lnSpc>
                <a:spcPct val="120000"/>
              </a:lnSpc>
              <a:spcBef>
                <a:spcPts val="0"/>
              </a:spcBef>
              <a:spcAft>
                <a:spcPts val="0"/>
              </a:spcAft>
              <a:buClr>
                <a:schemeClr val="lt1"/>
              </a:buClr>
              <a:buSzPts val="6000"/>
              <a:buFont typeface="Arial"/>
              <a:buNone/>
              <a:defRPr sz="3000">
                <a:latin typeface="Work Sans Medium" pitchFamily="2" charset="0"/>
              </a:defRPr>
            </a:lvl1pPr>
            <a:lvl2pPr lvl="1" algn="l">
              <a:lnSpc>
                <a:spcPct val="120000"/>
              </a:lnSpc>
              <a:spcBef>
                <a:spcPts val="0"/>
              </a:spcBef>
              <a:spcAft>
                <a:spcPts val="0"/>
              </a:spcAft>
              <a:buClr>
                <a:srgbClr val="000000"/>
              </a:buClr>
              <a:buSzPts val="1800"/>
              <a:buNone/>
              <a:defRPr/>
            </a:lvl2pPr>
            <a:lvl3pPr lvl="2" algn="l">
              <a:lnSpc>
                <a:spcPct val="120000"/>
              </a:lnSpc>
              <a:spcBef>
                <a:spcPts val="0"/>
              </a:spcBef>
              <a:spcAft>
                <a:spcPts val="0"/>
              </a:spcAft>
              <a:buClr>
                <a:srgbClr val="000000"/>
              </a:buClr>
              <a:buSzPts val="1800"/>
              <a:buNone/>
              <a:defRPr/>
            </a:lvl3pPr>
            <a:lvl4pPr lvl="3" algn="l">
              <a:lnSpc>
                <a:spcPct val="120000"/>
              </a:lnSpc>
              <a:spcBef>
                <a:spcPts val="0"/>
              </a:spcBef>
              <a:spcAft>
                <a:spcPts val="0"/>
              </a:spcAft>
              <a:buClr>
                <a:srgbClr val="000000"/>
              </a:buClr>
              <a:buSzPts val="1800"/>
              <a:buNone/>
              <a:defRPr/>
            </a:lvl4pPr>
            <a:lvl5pPr lvl="4" algn="l">
              <a:lnSpc>
                <a:spcPct val="120000"/>
              </a:lnSpc>
              <a:spcBef>
                <a:spcPts val="0"/>
              </a:spcBef>
              <a:spcAft>
                <a:spcPts val="0"/>
              </a:spcAft>
              <a:buClr>
                <a:srgbClr val="000000"/>
              </a:buClr>
              <a:buSzPts val="1800"/>
              <a:buNone/>
              <a:defRPr/>
            </a:lvl5pPr>
            <a:lvl6pPr lvl="5" algn="l">
              <a:lnSpc>
                <a:spcPct val="120000"/>
              </a:lnSpc>
              <a:spcBef>
                <a:spcPts val="0"/>
              </a:spcBef>
              <a:spcAft>
                <a:spcPts val="0"/>
              </a:spcAft>
              <a:buClr>
                <a:srgbClr val="000000"/>
              </a:buClr>
              <a:buSzPts val="1800"/>
              <a:buNone/>
              <a:defRPr/>
            </a:lvl6pPr>
            <a:lvl7pPr lvl="6" algn="l">
              <a:lnSpc>
                <a:spcPct val="120000"/>
              </a:lnSpc>
              <a:spcBef>
                <a:spcPts val="0"/>
              </a:spcBef>
              <a:spcAft>
                <a:spcPts val="0"/>
              </a:spcAft>
              <a:buClr>
                <a:srgbClr val="000000"/>
              </a:buClr>
              <a:buSzPts val="1800"/>
              <a:buNone/>
              <a:defRPr/>
            </a:lvl7pPr>
            <a:lvl8pPr lvl="7" algn="l">
              <a:lnSpc>
                <a:spcPct val="120000"/>
              </a:lnSpc>
              <a:spcBef>
                <a:spcPts val="0"/>
              </a:spcBef>
              <a:spcAft>
                <a:spcPts val="0"/>
              </a:spcAft>
              <a:buClr>
                <a:srgbClr val="000000"/>
              </a:buClr>
              <a:buSzPts val="1800"/>
              <a:buNone/>
              <a:defRPr/>
            </a:lvl8pPr>
            <a:lvl9pPr lvl="8" algn="l">
              <a:lnSpc>
                <a:spcPct val="120000"/>
              </a:lnSpc>
              <a:spcBef>
                <a:spcPts val="0"/>
              </a:spcBef>
              <a:spcAft>
                <a:spcPts val="0"/>
              </a:spcAft>
              <a:buClr>
                <a:srgbClr val="000000"/>
              </a:buClr>
              <a:buSzPts val="1800"/>
              <a:buNone/>
              <a:defRPr/>
            </a:lvl9pPr>
          </a:lstStyle>
          <a:p>
            <a:endParaRPr/>
          </a:p>
        </p:txBody>
      </p:sp>
      <p:grpSp>
        <p:nvGrpSpPr>
          <p:cNvPr id="3" name="Group 2">
            <a:extLst>
              <a:ext uri="{FF2B5EF4-FFF2-40B4-BE49-F238E27FC236}">
                <a16:creationId xmlns:a16="http://schemas.microsoft.com/office/drawing/2014/main" id="{3DA22CCB-CA4D-E31E-0B40-6E32646A84D9}"/>
              </a:ext>
            </a:extLst>
          </p:cNvPr>
          <p:cNvGrpSpPr/>
          <p:nvPr userDrawn="1"/>
        </p:nvGrpSpPr>
        <p:grpSpPr>
          <a:xfrm>
            <a:off x="812800" y="1229732"/>
            <a:ext cx="10566400" cy="116469"/>
            <a:chOff x="1625600" y="2459463"/>
            <a:chExt cx="21132800" cy="232937"/>
          </a:xfrm>
        </p:grpSpPr>
        <p:sp>
          <p:nvSpPr>
            <p:cNvPr id="4" name="Rectangle 3">
              <a:extLst>
                <a:ext uri="{FF2B5EF4-FFF2-40B4-BE49-F238E27FC236}">
                  <a16:creationId xmlns:a16="http://schemas.microsoft.com/office/drawing/2014/main" id="{D9ED9B86-DE4E-2914-39BF-75651E637078}"/>
                </a:ext>
              </a:extLst>
            </p:cNvPr>
            <p:cNvSpPr/>
            <p:nvPr/>
          </p:nvSpPr>
          <p:spPr>
            <a:xfrm>
              <a:off x="1625600" y="2459463"/>
              <a:ext cx="3793893" cy="232937"/>
            </a:xfrm>
            <a:prstGeom prst="rect">
              <a:avLst/>
            </a:prstGeom>
            <a:gradFill flip="none" rotWithShape="1">
              <a:gsLst>
                <a:gs pos="0">
                  <a:srgbClr val="2779A9"/>
                </a:gs>
                <a:gs pos="100000">
                  <a:srgbClr val="42A076"/>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ctr" rtl="0" eaLnBrk="1" latinLnBrk="0" hangingPunct="1">
                <a:lnSpc>
                  <a:spcPct val="107000"/>
                </a:lnSpc>
                <a:spcBef>
                  <a:spcPts val="500"/>
                </a:spcBef>
                <a:spcAft>
                  <a:spcPts val="400"/>
                </a:spcAft>
              </a:pPr>
              <a:endParaRPr lang="en-US" sz="475">
                <a:effectLst/>
                <a:latin typeface="Work Sans Light" pitchFamily="2" charset="77"/>
              </a:endParaRPr>
            </a:p>
          </p:txBody>
        </p:sp>
        <p:cxnSp>
          <p:nvCxnSpPr>
            <p:cNvPr id="5" name="Straight Connector 4">
              <a:extLst>
                <a:ext uri="{FF2B5EF4-FFF2-40B4-BE49-F238E27FC236}">
                  <a16:creationId xmlns:a16="http://schemas.microsoft.com/office/drawing/2014/main" id="{262380B4-F2D2-3FDB-5BAE-6440E78F0F6B}"/>
                </a:ext>
              </a:extLst>
            </p:cNvPr>
            <p:cNvCxnSpPr/>
            <p:nvPr/>
          </p:nvCxnSpPr>
          <p:spPr>
            <a:xfrm flipH="1">
              <a:off x="1625600" y="2667000"/>
              <a:ext cx="21132800" cy="0"/>
            </a:xfrm>
            <a:prstGeom prst="line">
              <a:avLst/>
            </a:prstGeom>
            <a:ln w="9525">
              <a:gradFill>
                <a:gsLst>
                  <a:gs pos="0">
                    <a:srgbClr val="2779A9"/>
                  </a:gs>
                  <a:gs pos="33000">
                    <a:srgbClr val="42A076"/>
                  </a:gs>
                </a:gsLst>
                <a:lin ang="5400000" scaled="1"/>
              </a:gra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941917797"/>
      </p:ext>
    </p:extLst>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5_Title Top No Color Bar">
    <p:spTree>
      <p:nvGrpSpPr>
        <p:cNvPr id="1" name=""/>
        <p:cNvGrpSpPr/>
        <p:nvPr/>
      </p:nvGrpSpPr>
      <p:grpSpPr>
        <a:xfrm>
          <a:off x="0" y="0"/>
          <a:ext cx="0" cy="0"/>
          <a:chOff x="0" y="0"/>
          <a:chExt cx="0" cy="0"/>
        </a:xfrm>
      </p:grpSpPr>
      <p:sp>
        <p:nvSpPr>
          <p:cNvPr id="2" name="Google Shape;19;p26">
            <a:extLst>
              <a:ext uri="{FF2B5EF4-FFF2-40B4-BE49-F238E27FC236}">
                <a16:creationId xmlns:a16="http://schemas.microsoft.com/office/drawing/2014/main" id="{BF0D7D0E-7221-CEC4-35BE-A27BFB4ECFA0}"/>
              </a:ext>
            </a:extLst>
          </p:cNvPr>
          <p:cNvSpPr txBox="1">
            <a:spLocks noGrp="1"/>
          </p:cNvSpPr>
          <p:nvPr>
            <p:ph type="title"/>
          </p:nvPr>
        </p:nvSpPr>
        <p:spPr>
          <a:xfrm>
            <a:off x="812800" y="177800"/>
            <a:ext cx="10566400" cy="1143000"/>
          </a:xfrm>
          <a:prstGeom prst="rect">
            <a:avLst/>
          </a:prstGeom>
          <a:noFill/>
          <a:ln>
            <a:noFill/>
          </a:ln>
        </p:spPr>
        <p:txBody>
          <a:bodyPr spcFirstLastPara="1" wrap="square" lIns="0" tIns="0" rIns="0" bIns="0" anchor="ctr" anchorCtr="0">
            <a:normAutofit/>
          </a:bodyPr>
          <a:lstStyle>
            <a:lvl1pPr lvl="0" algn="l">
              <a:lnSpc>
                <a:spcPct val="120000"/>
              </a:lnSpc>
              <a:spcBef>
                <a:spcPts val="0"/>
              </a:spcBef>
              <a:spcAft>
                <a:spcPts val="0"/>
              </a:spcAft>
              <a:buClr>
                <a:schemeClr val="lt1"/>
              </a:buClr>
              <a:buSzPts val="6000"/>
              <a:buFont typeface="Arial"/>
              <a:buNone/>
              <a:defRPr sz="3000">
                <a:latin typeface="Work Sans Medium" pitchFamily="2" charset="0"/>
              </a:defRPr>
            </a:lvl1pPr>
            <a:lvl2pPr lvl="1" algn="l">
              <a:lnSpc>
                <a:spcPct val="120000"/>
              </a:lnSpc>
              <a:spcBef>
                <a:spcPts val="0"/>
              </a:spcBef>
              <a:spcAft>
                <a:spcPts val="0"/>
              </a:spcAft>
              <a:buClr>
                <a:srgbClr val="000000"/>
              </a:buClr>
              <a:buSzPts val="1800"/>
              <a:buNone/>
              <a:defRPr/>
            </a:lvl2pPr>
            <a:lvl3pPr lvl="2" algn="l">
              <a:lnSpc>
                <a:spcPct val="120000"/>
              </a:lnSpc>
              <a:spcBef>
                <a:spcPts val="0"/>
              </a:spcBef>
              <a:spcAft>
                <a:spcPts val="0"/>
              </a:spcAft>
              <a:buClr>
                <a:srgbClr val="000000"/>
              </a:buClr>
              <a:buSzPts val="1800"/>
              <a:buNone/>
              <a:defRPr/>
            </a:lvl3pPr>
            <a:lvl4pPr lvl="3" algn="l">
              <a:lnSpc>
                <a:spcPct val="120000"/>
              </a:lnSpc>
              <a:spcBef>
                <a:spcPts val="0"/>
              </a:spcBef>
              <a:spcAft>
                <a:spcPts val="0"/>
              </a:spcAft>
              <a:buClr>
                <a:srgbClr val="000000"/>
              </a:buClr>
              <a:buSzPts val="1800"/>
              <a:buNone/>
              <a:defRPr/>
            </a:lvl4pPr>
            <a:lvl5pPr lvl="4" algn="l">
              <a:lnSpc>
                <a:spcPct val="120000"/>
              </a:lnSpc>
              <a:spcBef>
                <a:spcPts val="0"/>
              </a:spcBef>
              <a:spcAft>
                <a:spcPts val="0"/>
              </a:spcAft>
              <a:buClr>
                <a:srgbClr val="000000"/>
              </a:buClr>
              <a:buSzPts val="1800"/>
              <a:buNone/>
              <a:defRPr/>
            </a:lvl5pPr>
            <a:lvl6pPr lvl="5" algn="l">
              <a:lnSpc>
                <a:spcPct val="120000"/>
              </a:lnSpc>
              <a:spcBef>
                <a:spcPts val="0"/>
              </a:spcBef>
              <a:spcAft>
                <a:spcPts val="0"/>
              </a:spcAft>
              <a:buClr>
                <a:srgbClr val="000000"/>
              </a:buClr>
              <a:buSzPts val="1800"/>
              <a:buNone/>
              <a:defRPr/>
            </a:lvl6pPr>
            <a:lvl7pPr lvl="6" algn="l">
              <a:lnSpc>
                <a:spcPct val="120000"/>
              </a:lnSpc>
              <a:spcBef>
                <a:spcPts val="0"/>
              </a:spcBef>
              <a:spcAft>
                <a:spcPts val="0"/>
              </a:spcAft>
              <a:buClr>
                <a:srgbClr val="000000"/>
              </a:buClr>
              <a:buSzPts val="1800"/>
              <a:buNone/>
              <a:defRPr/>
            </a:lvl7pPr>
            <a:lvl8pPr lvl="7" algn="l">
              <a:lnSpc>
                <a:spcPct val="120000"/>
              </a:lnSpc>
              <a:spcBef>
                <a:spcPts val="0"/>
              </a:spcBef>
              <a:spcAft>
                <a:spcPts val="0"/>
              </a:spcAft>
              <a:buClr>
                <a:srgbClr val="000000"/>
              </a:buClr>
              <a:buSzPts val="1800"/>
              <a:buNone/>
              <a:defRPr/>
            </a:lvl8pPr>
            <a:lvl9pPr lvl="8" algn="l">
              <a:lnSpc>
                <a:spcPct val="120000"/>
              </a:lnSpc>
              <a:spcBef>
                <a:spcPts val="0"/>
              </a:spcBef>
              <a:spcAft>
                <a:spcPts val="0"/>
              </a:spcAft>
              <a:buClr>
                <a:srgbClr val="000000"/>
              </a:buClr>
              <a:buSzPts val="1800"/>
              <a:buNone/>
              <a:defRPr/>
            </a:lvl9pPr>
          </a:lstStyle>
          <a:p>
            <a:endParaRPr/>
          </a:p>
        </p:txBody>
      </p:sp>
    </p:spTree>
    <p:extLst>
      <p:ext uri="{BB962C8B-B14F-4D97-AF65-F5344CB8AC3E}">
        <p14:creationId xmlns:p14="http://schemas.microsoft.com/office/powerpoint/2010/main" val="1652262274"/>
      </p:ext>
    </p:extLst>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4_Title Top with bullets Services">
    <p:spTree>
      <p:nvGrpSpPr>
        <p:cNvPr id="1" name=""/>
        <p:cNvGrpSpPr/>
        <p:nvPr/>
      </p:nvGrpSpPr>
      <p:grpSpPr>
        <a:xfrm>
          <a:off x="0" y="0"/>
          <a:ext cx="0" cy="0"/>
          <a:chOff x="0" y="0"/>
          <a:chExt cx="0" cy="0"/>
        </a:xfrm>
      </p:grpSpPr>
      <p:sp>
        <p:nvSpPr>
          <p:cNvPr id="2" name="Google Shape;19;p26">
            <a:extLst>
              <a:ext uri="{FF2B5EF4-FFF2-40B4-BE49-F238E27FC236}">
                <a16:creationId xmlns:a16="http://schemas.microsoft.com/office/drawing/2014/main" id="{BF0D7D0E-7221-CEC4-35BE-A27BFB4ECFA0}"/>
              </a:ext>
            </a:extLst>
          </p:cNvPr>
          <p:cNvSpPr txBox="1">
            <a:spLocks noGrp="1"/>
          </p:cNvSpPr>
          <p:nvPr>
            <p:ph type="title"/>
          </p:nvPr>
        </p:nvSpPr>
        <p:spPr>
          <a:xfrm>
            <a:off x="812800" y="177800"/>
            <a:ext cx="10566400" cy="1143000"/>
          </a:xfrm>
          <a:prstGeom prst="rect">
            <a:avLst/>
          </a:prstGeom>
          <a:noFill/>
          <a:ln>
            <a:noFill/>
          </a:ln>
        </p:spPr>
        <p:txBody>
          <a:bodyPr spcFirstLastPara="1" wrap="square" lIns="0" tIns="0" rIns="0" bIns="0" anchor="ctr" anchorCtr="0">
            <a:normAutofit/>
          </a:bodyPr>
          <a:lstStyle>
            <a:lvl1pPr lvl="0" algn="l">
              <a:lnSpc>
                <a:spcPct val="120000"/>
              </a:lnSpc>
              <a:spcBef>
                <a:spcPts val="0"/>
              </a:spcBef>
              <a:spcAft>
                <a:spcPts val="0"/>
              </a:spcAft>
              <a:buClr>
                <a:schemeClr val="lt1"/>
              </a:buClr>
              <a:buSzPts val="6000"/>
              <a:buFont typeface="Arial"/>
              <a:buNone/>
              <a:defRPr sz="3000">
                <a:latin typeface="Work Sans Medium" pitchFamily="2" charset="0"/>
              </a:defRPr>
            </a:lvl1pPr>
            <a:lvl2pPr lvl="1" algn="l">
              <a:lnSpc>
                <a:spcPct val="120000"/>
              </a:lnSpc>
              <a:spcBef>
                <a:spcPts val="0"/>
              </a:spcBef>
              <a:spcAft>
                <a:spcPts val="0"/>
              </a:spcAft>
              <a:buClr>
                <a:srgbClr val="000000"/>
              </a:buClr>
              <a:buSzPts val="1800"/>
              <a:buNone/>
              <a:defRPr/>
            </a:lvl2pPr>
            <a:lvl3pPr lvl="2" algn="l">
              <a:lnSpc>
                <a:spcPct val="120000"/>
              </a:lnSpc>
              <a:spcBef>
                <a:spcPts val="0"/>
              </a:spcBef>
              <a:spcAft>
                <a:spcPts val="0"/>
              </a:spcAft>
              <a:buClr>
                <a:srgbClr val="000000"/>
              </a:buClr>
              <a:buSzPts val="1800"/>
              <a:buNone/>
              <a:defRPr/>
            </a:lvl3pPr>
            <a:lvl4pPr lvl="3" algn="l">
              <a:lnSpc>
                <a:spcPct val="120000"/>
              </a:lnSpc>
              <a:spcBef>
                <a:spcPts val="0"/>
              </a:spcBef>
              <a:spcAft>
                <a:spcPts val="0"/>
              </a:spcAft>
              <a:buClr>
                <a:srgbClr val="000000"/>
              </a:buClr>
              <a:buSzPts val="1800"/>
              <a:buNone/>
              <a:defRPr/>
            </a:lvl4pPr>
            <a:lvl5pPr lvl="4" algn="l">
              <a:lnSpc>
                <a:spcPct val="120000"/>
              </a:lnSpc>
              <a:spcBef>
                <a:spcPts val="0"/>
              </a:spcBef>
              <a:spcAft>
                <a:spcPts val="0"/>
              </a:spcAft>
              <a:buClr>
                <a:srgbClr val="000000"/>
              </a:buClr>
              <a:buSzPts val="1800"/>
              <a:buNone/>
              <a:defRPr/>
            </a:lvl5pPr>
            <a:lvl6pPr lvl="5" algn="l">
              <a:lnSpc>
                <a:spcPct val="120000"/>
              </a:lnSpc>
              <a:spcBef>
                <a:spcPts val="0"/>
              </a:spcBef>
              <a:spcAft>
                <a:spcPts val="0"/>
              </a:spcAft>
              <a:buClr>
                <a:srgbClr val="000000"/>
              </a:buClr>
              <a:buSzPts val="1800"/>
              <a:buNone/>
              <a:defRPr/>
            </a:lvl6pPr>
            <a:lvl7pPr lvl="6" algn="l">
              <a:lnSpc>
                <a:spcPct val="120000"/>
              </a:lnSpc>
              <a:spcBef>
                <a:spcPts val="0"/>
              </a:spcBef>
              <a:spcAft>
                <a:spcPts val="0"/>
              </a:spcAft>
              <a:buClr>
                <a:srgbClr val="000000"/>
              </a:buClr>
              <a:buSzPts val="1800"/>
              <a:buNone/>
              <a:defRPr/>
            </a:lvl7pPr>
            <a:lvl8pPr lvl="7" algn="l">
              <a:lnSpc>
                <a:spcPct val="120000"/>
              </a:lnSpc>
              <a:spcBef>
                <a:spcPts val="0"/>
              </a:spcBef>
              <a:spcAft>
                <a:spcPts val="0"/>
              </a:spcAft>
              <a:buClr>
                <a:srgbClr val="000000"/>
              </a:buClr>
              <a:buSzPts val="1800"/>
              <a:buNone/>
              <a:defRPr/>
            </a:lvl8pPr>
            <a:lvl9pPr lvl="8" algn="l">
              <a:lnSpc>
                <a:spcPct val="120000"/>
              </a:lnSpc>
              <a:spcBef>
                <a:spcPts val="0"/>
              </a:spcBef>
              <a:spcAft>
                <a:spcPts val="0"/>
              </a:spcAft>
              <a:buClr>
                <a:srgbClr val="000000"/>
              </a:buClr>
              <a:buSzPts val="1800"/>
              <a:buNone/>
              <a:defRPr/>
            </a:lvl9pPr>
          </a:lstStyle>
          <a:p>
            <a:endParaRPr/>
          </a:p>
        </p:txBody>
      </p:sp>
      <p:sp>
        <p:nvSpPr>
          <p:cNvPr id="4" name="Text Placeholder 3">
            <a:extLst>
              <a:ext uri="{FF2B5EF4-FFF2-40B4-BE49-F238E27FC236}">
                <a16:creationId xmlns:a16="http://schemas.microsoft.com/office/drawing/2014/main" id="{E3C19646-D915-828B-00BD-5B73BCD1B495}"/>
              </a:ext>
            </a:extLst>
          </p:cNvPr>
          <p:cNvSpPr>
            <a:spLocks noGrp="1"/>
          </p:cNvSpPr>
          <p:nvPr>
            <p:ph type="body" sz="quarter" idx="10" hasCustomPrompt="1"/>
          </p:nvPr>
        </p:nvSpPr>
        <p:spPr>
          <a:xfrm>
            <a:off x="812800" y="1574800"/>
            <a:ext cx="10566400" cy="4568825"/>
          </a:xfrm>
          <a:prstGeom prst="rect">
            <a:avLst/>
          </a:prstGeom>
        </p:spPr>
        <p:txBody>
          <a:bodyPr/>
          <a:lstStyle>
            <a:lvl1pPr marL="0" indent="0">
              <a:lnSpc>
                <a:spcPct val="120000"/>
              </a:lnSpc>
              <a:spcBef>
                <a:spcPts val="0"/>
              </a:spcBef>
              <a:spcAft>
                <a:spcPts val="1200"/>
              </a:spcAft>
              <a:buNone/>
              <a:defRPr sz="2000">
                <a:latin typeface="Work Sans Medium" pitchFamily="2" charset="0"/>
              </a:defRPr>
            </a:lvl1pPr>
            <a:lvl2pPr>
              <a:lnSpc>
                <a:spcPct val="120000"/>
              </a:lnSpc>
              <a:spcBef>
                <a:spcPts val="0"/>
              </a:spcBef>
              <a:spcAft>
                <a:spcPts val="1200"/>
              </a:spcAft>
              <a:defRPr sz="2000">
                <a:latin typeface="Work Sans Medium" pitchFamily="2" charset="0"/>
              </a:defRPr>
            </a:lvl2pPr>
            <a:lvl3pPr>
              <a:lnSpc>
                <a:spcPct val="120000"/>
              </a:lnSpc>
              <a:spcBef>
                <a:spcPts val="0"/>
              </a:spcBef>
              <a:spcAft>
                <a:spcPts val="1200"/>
              </a:spcAft>
              <a:defRPr sz="2000">
                <a:latin typeface="Work Sans Medium" pitchFamily="2" charset="0"/>
              </a:defRPr>
            </a:lvl3pPr>
            <a:lvl4pPr>
              <a:lnSpc>
                <a:spcPct val="120000"/>
              </a:lnSpc>
              <a:spcBef>
                <a:spcPts val="0"/>
              </a:spcBef>
              <a:spcAft>
                <a:spcPts val="1200"/>
              </a:spcAft>
              <a:defRPr sz="2000">
                <a:latin typeface="Work Sans Medium" pitchFamily="2" charset="0"/>
              </a:defRPr>
            </a:lvl4pPr>
            <a:lvl5pPr>
              <a:lnSpc>
                <a:spcPct val="120000"/>
              </a:lnSpc>
              <a:spcBef>
                <a:spcPts val="0"/>
              </a:spcBef>
              <a:spcAft>
                <a:spcPts val="1200"/>
              </a:spcAft>
              <a:defRPr sz="2000">
                <a:latin typeface="Work Sans Medium" pitchFamily="2" charset="0"/>
              </a:defRPr>
            </a:lvl5pPr>
          </a:lstStyle>
          <a:p>
            <a:r>
              <a:rPr lang="en-US"/>
              <a:t>Body Level One</a:t>
            </a:r>
          </a:p>
          <a:p>
            <a:pPr lvl="1"/>
            <a:r>
              <a:rPr lang="en-US"/>
              <a:t>Body Level Two</a:t>
            </a:r>
          </a:p>
          <a:p>
            <a:pPr lvl="2"/>
            <a:r>
              <a:rPr lang="en-US"/>
              <a:t>Body Level Three</a:t>
            </a:r>
          </a:p>
          <a:p>
            <a:pPr lvl="3"/>
            <a:r>
              <a:rPr lang="en-US"/>
              <a:t>Body Level Four</a:t>
            </a:r>
          </a:p>
          <a:p>
            <a:pPr lvl="4"/>
            <a:r>
              <a:rPr lang="en-US"/>
              <a:t>Body Level Five</a:t>
            </a:r>
          </a:p>
        </p:txBody>
      </p:sp>
      <p:grpSp>
        <p:nvGrpSpPr>
          <p:cNvPr id="3" name="Group 2">
            <a:extLst>
              <a:ext uri="{FF2B5EF4-FFF2-40B4-BE49-F238E27FC236}">
                <a16:creationId xmlns:a16="http://schemas.microsoft.com/office/drawing/2014/main" id="{6DDA5170-3FCA-B2AE-8011-17ACC8D2F55F}"/>
              </a:ext>
            </a:extLst>
          </p:cNvPr>
          <p:cNvGrpSpPr/>
          <p:nvPr userDrawn="1"/>
        </p:nvGrpSpPr>
        <p:grpSpPr>
          <a:xfrm>
            <a:off x="812800" y="1229732"/>
            <a:ext cx="10566400" cy="116469"/>
            <a:chOff x="1625600" y="2459463"/>
            <a:chExt cx="21132800" cy="232937"/>
          </a:xfrm>
        </p:grpSpPr>
        <p:sp>
          <p:nvSpPr>
            <p:cNvPr id="5" name="Rectangle 4">
              <a:extLst>
                <a:ext uri="{FF2B5EF4-FFF2-40B4-BE49-F238E27FC236}">
                  <a16:creationId xmlns:a16="http://schemas.microsoft.com/office/drawing/2014/main" id="{0AF6207B-861A-6077-7234-BCD5D15B806C}"/>
                </a:ext>
              </a:extLst>
            </p:cNvPr>
            <p:cNvSpPr/>
            <p:nvPr/>
          </p:nvSpPr>
          <p:spPr>
            <a:xfrm>
              <a:off x="1625600" y="2459463"/>
              <a:ext cx="3793893" cy="232937"/>
            </a:xfrm>
            <a:prstGeom prst="rect">
              <a:avLst/>
            </a:prstGeom>
            <a:gradFill flip="none" rotWithShape="1">
              <a:gsLst>
                <a:gs pos="0">
                  <a:srgbClr val="2779A9"/>
                </a:gs>
                <a:gs pos="100000">
                  <a:srgbClr val="42A076"/>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ctr" rtl="0" eaLnBrk="1" latinLnBrk="0" hangingPunct="1">
                <a:lnSpc>
                  <a:spcPct val="107000"/>
                </a:lnSpc>
                <a:spcBef>
                  <a:spcPts val="500"/>
                </a:spcBef>
                <a:spcAft>
                  <a:spcPts val="400"/>
                </a:spcAft>
              </a:pPr>
              <a:endParaRPr lang="en-US" sz="475">
                <a:effectLst/>
                <a:latin typeface="Work Sans Light" pitchFamily="2" charset="77"/>
              </a:endParaRPr>
            </a:p>
          </p:txBody>
        </p:sp>
        <p:cxnSp>
          <p:nvCxnSpPr>
            <p:cNvPr id="6" name="Straight Connector 5">
              <a:extLst>
                <a:ext uri="{FF2B5EF4-FFF2-40B4-BE49-F238E27FC236}">
                  <a16:creationId xmlns:a16="http://schemas.microsoft.com/office/drawing/2014/main" id="{34EA2C08-FF88-B089-8CDF-9F42C72F9DD5}"/>
                </a:ext>
              </a:extLst>
            </p:cNvPr>
            <p:cNvCxnSpPr/>
            <p:nvPr/>
          </p:nvCxnSpPr>
          <p:spPr>
            <a:xfrm flipH="1">
              <a:off x="1625600" y="2667000"/>
              <a:ext cx="21132800" cy="0"/>
            </a:xfrm>
            <a:prstGeom prst="line">
              <a:avLst/>
            </a:prstGeom>
            <a:ln w="9525">
              <a:gradFill>
                <a:gsLst>
                  <a:gs pos="0">
                    <a:srgbClr val="2779A9"/>
                  </a:gs>
                  <a:gs pos="33000">
                    <a:srgbClr val="42A076"/>
                  </a:gs>
                </a:gsLst>
                <a:lin ang="5400000" scaled="1"/>
              </a:gra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978613537"/>
      </p:ext>
    </p:extLst>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6_Title Top with bullets No color">
    <p:spTree>
      <p:nvGrpSpPr>
        <p:cNvPr id="1" name=""/>
        <p:cNvGrpSpPr/>
        <p:nvPr/>
      </p:nvGrpSpPr>
      <p:grpSpPr>
        <a:xfrm>
          <a:off x="0" y="0"/>
          <a:ext cx="0" cy="0"/>
          <a:chOff x="0" y="0"/>
          <a:chExt cx="0" cy="0"/>
        </a:xfrm>
      </p:grpSpPr>
      <p:sp>
        <p:nvSpPr>
          <p:cNvPr id="2" name="Google Shape;19;p26">
            <a:extLst>
              <a:ext uri="{FF2B5EF4-FFF2-40B4-BE49-F238E27FC236}">
                <a16:creationId xmlns:a16="http://schemas.microsoft.com/office/drawing/2014/main" id="{BF0D7D0E-7221-CEC4-35BE-A27BFB4ECFA0}"/>
              </a:ext>
            </a:extLst>
          </p:cNvPr>
          <p:cNvSpPr txBox="1">
            <a:spLocks noGrp="1"/>
          </p:cNvSpPr>
          <p:nvPr>
            <p:ph type="title"/>
          </p:nvPr>
        </p:nvSpPr>
        <p:spPr>
          <a:xfrm>
            <a:off x="812800" y="177800"/>
            <a:ext cx="10566400" cy="1143000"/>
          </a:xfrm>
          <a:prstGeom prst="rect">
            <a:avLst/>
          </a:prstGeom>
          <a:noFill/>
          <a:ln>
            <a:noFill/>
          </a:ln>
        </p:spPr>
        <p:txBody>
          <a:bodyPr spcFirstLastPara="1" wrap="square" lIns="0" tIns="0" rIns="0" bIns="0" anchor="ctr" anchorCtr="0">
            <a:normAutofit/>
          </a:bodyPr>
          <a:lstStyle>
            <a:lvl1pPr lvl="0" algn="l">
              <a:lnSpc>
                <a:spcPct val="120000"/>
              </a:lnSpc>
              <a:spcBef>
                <a:spcPts val="0"/>
              </a:spcBef>
              <a:spcAft>
                <a:spcPts val="0"/>
              </a:spcAft>
              <a:buClr>
                <a:schemeClr val="lt1"/>
              </a:buClr>
              <a:buSzPts val="6000"/>
              <a:buFont typeface="Arial"/>
              <a:buNone/>
              <a:defRPr sz="3000">
                <a:latin typeface="Work Sans Medium" pitchFamily="2" charset="0"/>
              </a:defRPr>
            </a:lvl1pPr>
            <a:lvl2pPr lvl="1" algn="l">
              <a:lnSpc>
                <a:spcPct val="120000"/>
              </a:lnSpc>
              <a:spcBef>
                <a:spcPts val="0"/>
              </a:spcBef>
              <a:spcAft>
                <a:spcPts val="0"/>
              </a:spcAft>
              <a:buClr>
                <a:srgbClr val="000000"/>
              </a:buClr>
              <a:buSzPts val="1800"/>
              <a:buNone/>
              <a:defRPr/>
            </a:lvl2pPr>
            <a:lvl3pPr lvl="2" algn="l">
              <a:lnSpc>
                <a:spcPct val="120000"/>
              </a:lnSpc>
              <a:spcBef>
                <a:spcPts val="0"/>
              </a:spcBef>
              <a:spcAft>
                <a:spcPts val="0"/>
              </a:spcAft>
              <a:buClr>
                <a:srgbClr val="000000"/>
              </a:buClr>
              <a:buSzPts val="1800"/>
              <a:buNone/>
              <a:defRPr/>
            </a:lvl3pPr>
            <a:lvl4pPr lvl="3" algn="l">
              <a:lnSpc>
                <a:spcPct val="120000"/>
              </a:lnSpc>
              <a:spcBef>
                <a:spcPts val="0"/>
              </a:spcBef>
              <a:spcAft>
                <a:spcPts val="0"/>
              </a:spcAft>
              <a:buClr>
                <a:srgbClr val="000000"/>
              </a:buClr>
              <a:buSzPts val="1800"/>
              <a:buNone/>
              <a:defRPr/>
            </a:lvl4pPr>
            <a:lvl5pPr lvl="4" algn="l">
              <a:lnSpc>
                <a:spcPct val="120000"/>
              </a:lnSpc>
              <a:spcBef>
                <a:spcPts val="0"/>
              </a:spcBef>
              <a:spcAft>
                <a:spcPts val="0"/>
              </a:spcAft>
              <a:buClr>
                <a:srgbClr val="000000"/>
              </a:buClr>
              <a:buSzPts val="1800"/>
              <a:buNone/>
              <a:defRPr/>
            </a:lvl5pPr>
            <a:lvl6pPr lvl="5" algn="l">
              <a:lnSpc>
                <a:spcPct val="120000"/>
              </a:lnSpc>
              <a:spcBef>
                <a:spcPts val="0"/>
              </a:spcBef>
              <a:spcAft>
                <a:spcPts val="0"/>
              </a:spcAft>
              <a:buClr>
                <a:srgbClr val="000000"/>
              </a:buClr>
              <a:buSzPts val="1800"/>
              <a:buNone/>
              <a:defRPr/>
            </a:lvl6pPr>
            <a:lvl7pPr lvl="6" algn="l">
              <a:lnSpc>
                <a:spcPct val="120000"/>
              </a:lnSpc>
              <a:spcBef>
                <a:spcPts val="0"/>
              </a:spcBef>
              <a:spcAft>
                <a:spcPts val="0"/>
              </a:spcAft>
              <a:buClr>
                <a:srgbClr val="000000"/>
              </a:buClr>
              <a:buSzPts val="1800"/>
              <a:buNone/>
              <a:defRPr/>
            </a:lvl7pPr>
            <a:lvl8pPr lvl="7" algn="l">
              <a:lnSpc>
                <a:spcPct val="120000"/>
              </a:lnSpc>
              <a:spcBef>
                <a:spcPts val="0"/>
              </a:spcBef>
              <a:spcAft>
                <a:spcPts val="0"/>
              </a:spcAft>
              <a:buClr>
                <a:srgbClr val="000000"/>
              </a:buClr>
              <a:buSzPts val="1800"/>
              <a:buNone/>
              <a:defRPr/>
            </a:lvl8pPr>
            <a:lvl9pPr lvl="8" algn="l">
              <a:lnSpc>
                <a:spcPct val="120000"/>
              </a:lnSpc>
              <a:spcBef>
                <a:spcPts val="0"/>
              </a:spcBef>
              <a:spcAft>
                <a:spcPts val="0"/>
              </a:spcAft>
              <a:buClr>
                <a:srgbClr val="000000"/>
              </a:buClr>
              <a:buSzPts val="1800"/>
              <a:buNone/>
              <a:defRPr/>
            </a:lvl9pPr>
          </a:lstStyle>
          <a:p>
            <a:endParaRPr/>
          </a:p>
        </p:txBody>
      </p:sp>
      <p:sp>
        <p:nvSpPr>
          <p:cNvPr id="4" name="Text Placeholder 3">
            <a:extLst>
              <a:ext uri="{FF2B5EF4-FFF2-40B4-BE49-F238E27FC236}">
                <a16:creationId xmlns:a16="http://schemas.microsoft.com/office/drawing/2014/main" id="{E3C19646-D915-828B-00BD-5B73BCD1B495}"/>
              </a:ext>
            </a:extLst>
          </p:cNvPr>
          <p:cNvSpPr>
            <a:spLocks noGrp="1"/>
          </p:cNvSpPr>
          <p:nvPr>
            <p:ph type="body" sz="quarter" idx="10" hasCustomPrompt="1"/>
          </p:nvPr>
        </p:nvSpPr>
        <p:spPr>
          <a:xfrm>
            <a:off x="812800" y="1574800"/>
            <a:ext cx="10566400" cy="4568825"/>
          </a:xfrm>
          <a:prstGeom prst="rect">
            <a:avLst/>
          </a:prstGeom>
        </p:spPr>
        <p:txBody>
          <a:bodyPr/>
          <a:lstStyle>
            <a:lvl1pPr marL="0" indent="0">
              <a:lnSpc>
                <a:spcPct val="120000"/>
              </a:lnSpc>
              <a:spcBef>
                <a:spcPts val="0"/>
              </a:spcBef>
              <a:spcAft>
                <a:spcPts val="1200"/>
              </a:spcAft>
              <a:buNone/>
              <a:defRPr sz="2000">
                <a:latin typeface="Work Sans Medium" pitchFamily="2" charset="0"/>
              </a:defRPr>
            </a:lvl1pPr>
            <a:lvl2pPr>
              <a:lnSpc>
                <a:spcPct val="120000"/>
              </a:lnSpc>
              <a:spcBef>
                <a:spcPts val="0"/>
              </a:spcBef>
              <a:spcAft>
                <a:spcPts val="1200"/>
              </a:spcAft>
              <a:defRPr sz="2000">
                <a:latin typeface="Work Sans Medium" pitchFamily="2" charset="0"/>
              </a:defRPr>
            </a:lvl2pPr>
            <a:lvl3pPr>
              <a:lnSpc>
                <a:spcPct val="120000"/>
              </a:lnSpc>
              <a:spcBef>
                <a:spcPts val="0"/>
              </a:spcBef>
              <a:spcAft>
                <a:spcPts val="1200"/>
              </a:spcAft>
              <a:defRPr sz="2000">
                <a:latin typeface="Work Sans Medium" pitchFamily="2" charset="0"/>
              </a:defRPr>
            </a:lvl3pPr>
            <a:lvl4pPr>
              <a:lnSpc>
                <a:spcPct val="120000"/>
              </a:lnSpc>
              <a:spcBef>
                <a:spcPts val="0"/>
              </a:spcBef>
              <a:spcAft>
                <a:spcPts val="1200"/>
              </a:spcAft>
              <a:defRPr sz="2000">
                <a:latin typeface="Work Sans Medium" pitchFamily="2" charset="0"/>
              </a:defRPr>
            </a:lvl4pPr>
            <a:lvl5pPr>
              <a:lnSpc>
                <a:spcPct val="120000"/>
              </a:lnSpc>
              <a:spcBef>
                <a:spcPts val="0"/>
              </a:spcBef>
              <a:spcAft>
                <a:spcPts val="1200"/>
              </a:spcAft>
              <a:defRPr sz="2000">
                <a:latin typeface="Work Sans Medium" pitchFamily="2" charset="0"/>
              </a:defRPr>
            </a:lvl5pPr>
          </a:lstStyle>
          <a:p>
            <a:r>
              <a:rPr lang="en-US"/>
              <a:t>Body Level One</a:t>
            </a:r>
          </a:p>
          <a:p>
            <a:pPr lvl="1"/>
            <a:r>
              <a:rPr lang="en-US"/>
              <a:t>Body Level Two</a:t>
            </a:r>
          </a:p>
          <a:p>
            <a:pPr lvl="2"/>
            <a:r>
              <a:rPr lang="en-US"/>
              <a:t>Body Level Three</a:t>
            </a:r>
          </a:p>
          <a:p>
            <a:pPr lvl="3"/>
            <a:r>
              <a:rPr lang="en-US"/>
              <a:t>Body Level Four</a:t>
            </a:r>
          </a:p>
          <a:p>
            <a:pPr lvl="4"/>
            <a:r>
              <a:rPr lang="en-US"/>
              <a:t>Body Level Five</a:t>
            </a:r>
          </a:p>
        </p:txBody>
      </p:sp>
    </p:spTree>
    <p:extLst>
      <p:ext uri="{BB962C8B-B14F-4D97-AF65-F5344CB8AC3E}">
        <p14:creationId xmlns:p14="http://schemas.microsoft.com/office/powerpoint/2010/main" val="1964535930"/>
      </p:ext>
    </p:extLst>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6_Title Top with Subtitle">
    <p:spTree>
      <p:nvGrpSpPr>
        <p:cNvPr id="1" name=""/>
        <p:cNvGrpSpPr/>
        <p:nvPr/>
      </p:nvGrpSpPr>
      <p:grpSpPr>
        <a:xfrm>
          <a:off x="0" y="0"/>
          <a:ext cx="0" cy="0"/>
          <a:chOff x="0" y="0"/>
          <a:chExt cx="0" cy="0"/>
        </a:xfrm>
      </p:grpSpPr>
      <p:sp>
        <p:nvSpPr>
          <p:cNvPr id="2" name="Google Shape;19;p26">
            <a:extLst>
              <a:ext uri="{FF2B5EF4-FFF2-40B4-BE49-F238E27FC236}">
                <a16:creationId xmlns:a16="http://schemas.microsoft.com/office/drawing/2014/main" id="{BF0D7D0E-7221-CEC4-35BE-A27BFB4ECFA0}"/>
              </a:ext>
            </a:extLst>
          </p:cNvPr>
          <p:cNvSpPr txBox="1">
            <a:spLocks noGrp="1"/>
          </p:cNvSpPr>
          <p:nvPr>
            <p:ph type="title"/>
          </p:nvPr>
        </p:nvSpPr>
        <p:spPr>
          <a:xfrm>
            <a:off x="812800" y="177800"/>
            <a:ext cx="10566400" cy="1143000"/>
          </a:xfrm>
          <a:prstGeom prst="rect">
            <a:avLst/>
          </a:prstGeom>
          <a:noFill/>
          <a:ln>
            <a:noFill/>
          </a:ln>
        </p:spPr>
        <p:txBody>
          <a:bodyPr spcFirstLastPara="1" wrap="square" lIns="0" tIns="0" rIns="0" bIns="0" anchor="ctr" anchorCtr="0">
            <a:normAutofit/>
          </a:bodyPr>
          <a:lstStyle>
            <a:lvl1pPr lvl="0" algn="l">
              <a:lnSpc>
                <a:spcPct val="120000"/>
              </a:lnSpc>
              <a:spcBef>
                <a:spcPts val="0"/>
              </a:spcBef>
              <a:spcAft>
                <a:spcPts val="0"/>
              </a:spcAft>
              <a:buClr>
                <a:schemeClr val="lt1"/>
              </a:buClr>
              <a:buSzPts val="6000"/>
              <a:buFont typeface="Arial"/>
              <a:buNone/>
              <a:defRPr sz="3000">
                <a:latin typeface="Work Sans Medium" pitchFamily="2" charset="0"/>
              </a:defRPr>
            </a:lvl1pPr>
            <a:lvl2pPr lvl="1" algn="l">
              <a:lnSpc>
                <a:spcPct val="120000"/>
              </a:lnSpc>
              <a:spcBef>
                <a:spcPts val="0"/>
              </a:spcBef>
              <a:spcAft>
                <a:spcPts val="0"/>
              </a:spcAft>
              <a:buClr>
                <a:srgbClr val="000000"/>
              </a:buClr>
              <a:buSzPts val="1800"/>
              <a:buNone/>
              <a:defRPr/>
            </a:lvl2pPr>
            <a:lvl3pPr lvl="2" algn="l">
              <a:lnSpc>
                <a:spcPct val="120000"/>
              </a:lnSpc>
              <a:spcBef>
                <a:spcPts val="0"/>
              </a:spcBef>
              <a:spcAft>
                <a:spcPts val="0"/>
              </a:spcAft>
              <a:buClr>
                <a:srgbClr val="000000"/>
              </a:buClr>
              <a:buSzPts val="1800"/>
              <a:buNone/>
              <a:defRPr/>
            </a:lvl3pPr>
            <a:lvl4pPr lvl="3" algn="l">
              <a:lnSpc>
                <a:spcPct val="120000"/>
              </a:lnSpc>
              <a:spcBef>
                <a:spcPts val="0"/>
              </a:spcBef>
              <a:spcAft>
                <a:spcPts val="0"/>
              </a:spcAft>
              <a:buClr>
                <a:srgbClr val="000000"/>
              </a:buClr>
              <a:buSzPts val="1800"/>
              <a:buNone/>
              <a:defRPr/>
            </a:lvl4pPr>
            <a:lvl5pPr lvl="4" algn="l">
              <a:lnSpc>
                <a:spcPct val="120000"/>
              </a:lnSpc>
              <a:spcBef>
                <a:spcPts val="0"/>
              </a:spcBef>
              <a:spcAft>
                <a:spcPts val="0"/>
              </a:spcAft>
              <a:buClr>
                <a:srgbClr val="000000"/>
              </a:buClr>
              <a:buSzPts val="1800"/>
              <a:buNone/>
              <a:defRPr/>
            </a:lvl5pPr>
            <a:lvl6pPr lvl="5" algn="l">
              <a:lnSpc>
                <a:spcPct val="120000"/>
              </a:lnSpc>
              <a:spcBef>
                <a:spcPts val="0"/>
              </a:spcBef>
              <a:spcAft>
                <a:spcPts val="0"/>
              </a:spcAft>
              <a:buClr>
                <a:srgbClr val="000000"/>
              </a:buClr>
              <a:buSzPts val="1800"/>
              <a:buNone/>
              <a:defRPr/>
            </a:lvl6pPr>
            <a:lvl7pPr lvl="6" algn="l">
              <a:lnSpc>
                <a:spcPct val="120000"/>
              </a:lnSpc>
              <a:spcBef>
                <a:spcPts val="0"/>
              </a:spcBef>
              <a:spcAft>
                <a:spcPts val="0"/>
              </a:spcAft>
              <a:buClr>
                <a:srgbClr val="000000"/>
              </a:buClr>
              <a:buSzPts val="1800"/>
              <a:buNone/>
              <a:defRPr/>
            </a:lvl7pPr>
            <a:lvl8pPr lvl="7" algn="l">
              <a:lnSpc>
                <a:spcPct val="120000"/>
              </a:lnSpc>
              <a:spcBef>
                <a:spcPts val="0"/>
              </a:spcBef>
              <a:spcAft>
                <a:spcPts val="0"/>
              </a:spcAft>
              <a:buClr>
                <a:srgbClr val="000000"/>
              </a:buClr>
              <a:buSzPts val="1800"/>
              <a:buNone/>
              <a:defRPr/>
            </a:lvl8pPr>
            <a:lvl9pPr lvl="8" algn="l">
              <a:lnSpc>
                <a:spcPct val="120000"/>
              </a:lnSpc>
              <a:spcBef>
                <a:spcPts val="0"/>
              </a:spcBef>
              <a:spcAft>
                <a:spcPts val="0"/>
              </a:spcAft>
              <a:buClr>
                <a:srgbClr val="000000"/>
              </a:buClr>
              <a:buSzPts val="1800"/>
              <a:buNone/>
              <a:defRPr/>
            </a:lvl9pPr>
          </a:lstStyle>
          <a:p>
            <a:endParaRPr/>
          </a:p>
        </p:txBody>
      </p:sp>
      <p:sp>
        <p:nvSpPr>
          <p:cNvPr id="6" name="Text Placeholder 5">
            <a:extLst>
              <a:ext uri="{FF2B5EF4-FFF2-40B4-BE49-F238E27FC236}">
                <a16:creationId xmlns:a16="http://schemas.microsoft.com/office/drawing/2014/main" id="{9CE17BDE-D412-5C3F-C5B9-A6EDA039752E}"/>
              </a:ext>
            </a:extLst>
          </p:cNvPr>
          <p:cNvSpPr>
            <a:spLocks noGrp="1"/>
          </p:cNvSpPr>
          <p:nvPr>
            <p:ph type="body" sz="quarter" idx="10" hasCustomPrompt="1"/>
          </p:nvPr>
        </p:nvSpPr>
        <p:spPr>
          <a:xfrm>
            <a:off x="812800" y="1419225"/>
            <a:ext cx="10560050" cy="419100"/>
          </a:xfrm>
          <a:prstGeom prst="rect">
            <a:avLst/>
          </a:prstGeom>
        </p:spPr>
        <p:txBody>
          <a:bodyPr/>
          <a:lstStyle>
            <a:lvl1pPr marL="0" indent="0">
              <a:buNone/>
              <a:defRPr sz="1800">
                <a:solidFill>
                  <a:schemeClr val="bg1">
                    <a:lumMod val="50000"/>
                  </a:schemeClr>
                </a:solidFill>
                <a:latin typeface="Work Sans Medium" pitchFamily="2" charset="0"/>
              </a:defRPr>
            </a:lvl1pPr>
          </a:lstStyle>
          <a:p>
            <a:pPr lvl="0"/>
            <a:r>
              <a:rPr lang="en-US"/>
              <a:t>Click to add subtitle</a:t>
            </a:r>
          </a:p>
        </p:txBody>
      </p:sp>
    </p:spTree>
    <p:extLst>
      <p:ext uri="{BB962C8B-B14F-4D97-AF65-F5344CB8AC3E}">
        <p14:creationId xmlns:p14="http://schemas.microsoft.com/office/powerpoint/2010/main" val="4177779523"/>
      </p:ext>
    </p:extLst>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7_Title Top with Subtitle and bullets">
    <p:spTree>
      <p:nvGrpSpPr>
        <p:cNvPr id="1" name=""/>
        <p:cNvGrpSpPr/>
        <p:nvPr/>
      </p:nvGrpSpPr>
      <p:grpSpPr>
        <a:xfrm>
          <a:off x="0" y="0"/>
          <a:ext cx="0" cy="0"/>
          <a:chOff x="0" y="0"/>
          <a:chExt cx="0" cy="0"/>
        </a:xfrm>
      </p:grpSpPr>
      <p:sp>
        <p:nvSpPr>
          <p:cNvPr id="2" name="Google Shape;19;p26">
            <a:extLst>
              <a:ext uri="{FF2B5EF4-FFF2-40B4-BE49-F238E27FC236}">
                <a16:creationId xmlns:a16="http://schemas.microsoft.com/office/drawing/2014/main" id="{BF0D7D0E-7221-CEC4-35BE-A27BFB4ECFA0}"/>
              </a:ext>
            </a:extLst>
          </p:cNvPr>
          <p:cNvSpPr txBox="1">
            <a:spLocks noGrp="1"/>
          </p:cNvSpPr>
          <p:nvPr>
            <p:ph type="title"/>
          </p:nvPr>
        </p:nvSpPr>
        <p:spPr>
          <a:xfrm>
            <a:off x="812800" y="177800"/>
            <a:ext cx="10566400" cy="1143000"/>
          </a:xfrm>
          <a:prstGeom prst="rect">
            <a:avLst/>
          </a:prstGeom>
          <a:noFill/>
          <a:ln>
            <a:noFill/>
          </a:ln>
        </p:spPr>
        <p:txBody>
          <a:bodyPr spcFirstLastPara="1" wrap="square" lIns="0" tIns="0" rIns="0" bIns="0" anchor="ctr" anchorCtr="0">
            <a:normAutofit/>
          </a:bodyPr>
          <a:lstStyle>
            <a:lvl1pPr lvl="0" algn="l">
              <a:lnSpc>
                <a:spcPct val="120000"/>
              </a:lnSpc>
              <a:spcBef>
                <a:spcPts val="0"/>
              </a:spcBef>
              <a:spcAft>
                <a:spcPts val="0"/>
              </a:spcAft>
              <a:buClr>
                <a:schemeClr val="lt1"/>
              </a:buClr>
              <a:buSzPts val="6000"/>
              <a:buFont typeface="Arial"/>
              <a:buNone/>
              <a:defRPr sz="3000">
                <a:latin typeface="Work Sans Medium" pitchFamily="2" charset="0"/>
              </a:defRPr>
            </a:lvl1pPr>
            <a:lvl2pPr lvl="1" algn="l">
              <a:lnSpc>
                <a:spcPct val="120000"/>
              </a:lnSpc>
              <a:spcBef>
                <a:spcPts val="0"/>
              </a:spcBef>
              <a:spcAft>
                <a:spcPts val="0"/>
              </a:spcAft>
              <a:buClr>
                <a:srgbClr val="000000"/>
              </a:buClr>
              <a:buSzPts val="1800"/>
              <a:buNone/>
              <a:defRPr/>
            </a:lvl2pPr>
            <a:lvl3pPr lvl="2" algn="l">
              <a:lnSpc>
                <a:spcPct val="120000"/>
              </a:lnSpc>
              <a:spcBef>
                <a:spcPts val="0"/>
              </a:spcBef>
              <a:spcAft>
                <a:spcPts val="0"/>
              </a:spcAft>
              <a:buClr>
                <a:srgbClr val="000000"/>
              </a:buClr>
              <a:buSzPts val="1800"/>
              <a:buNone/>
              <a:defRPr/>
            </a:lvl3pPr>
            <a:lvl4pPr lvl="3" algn="l">
              <a:lnSpc>
                <a:spcPct val="120000"/>
              </a:lnSpc>
              <a:spcBef>
                <a:spcPts val="0"/>
              </a:spcBef>
              <a:spcAft>
                <a:spcPts val="0"/>
              </a:spcAft>
              <a:buClr>
                <a:srgbClr val="000000"/>
              </a:buClr>
              <a:buSzPts val="1800"/>
              <a:buNone/>
              <a:defRPr/>
            </a:lvl4pPr>
            <a:lvl5pPr lvl="4" algn="l">
              <a:lnSpc>
                <a:spcPct val="120000"/>
              </a:lnSpc>
              <a:spcBef>
                <a:spcPts val="0"/>
              </a:spcBef>
              <a:spcAft>
                <a:spcPts val="0"/>
              </a:spcAft>
              <a:buClr>
                <a:srgbClr val="000000"/>
              </a:buClr>
              <a:buSzPts val="1800"/>
              <a:buNone/>
              <a:defRPr/>
            </a:lvl5pPr>
            <a:lvl6pPr lvl="5" algn="l">
              <a:lnSpc>
                <a:spcPct val="120000"/>
              </a:lnSpc>
              <a:spcBef>
                <a:spcPts val="0"/>
              </a:spcBef>
              <a:spcAft>
                <a:spcPts val="0"/>
              </a:spcAft>
              <a:buClr>
                <a:srgbClr val="000000"/>
              </a:buClr>
              <a:buSzPts val="1800"/>
              <a:buNone/>
              <a:defRPr/>
            </a:lvl6pPr>
            <a:lvl7pPr lvl="6" algn="l">
              <a:lnSpc>
                <a:spcPct val="120000"/>
              </a:lnSpc>
              <a:spcBef>
                <a:spcPts val="0"/>
              </a:spcBef>
              <a:spcAft>
                <a:spcPts val="0"/>
              </a:spcAft>
              <a:buClr>
                <a:srgbClr val="000000"/>
              </a:buClr>
              <a:buSzPts val="1800"/>
              <a:buNone/>
              <a:defRPr/>
            </a:lvl7pPr>
            <a:lvl8pPr lvl="7" algn="l">
              <a:lnSpc>
                <a:spcPct val="120000"/>
              </a:lnSpc>
              <a:spcBef>
                <a:spcPts val="0"/>
              </a:spcBef>
              <a:spcAft>
                <a:spcPts val="0"/>
              </a:spcAft>
              <a:buClr>
                <a:srgbClr val="000000"/>
              </a:buClr>
              <a:buSzPts val="1800"/>
              <a:buNone/>
              <a:defRPr/>
            </a:lvl8pPr>
            <a:lvl9pPr lvl="8" algn="l">
              <a:lnSpc>
                <a:spcPct val="120000"/>
              </a:lnSpc>
              <a:spcBef>
                <a:spcPts val="0"/>
              </a:spcBef>
              <a:spcAft>
                <a:spcPts val="0"/>
              </a:spcAft>
              <a:buClr>
                <a:srgbClr val="000000"/>
              </a:buClr>
              <a:buSzPts val="1800"/>
              <a:buNone/>
              <a:defRPr/>
            </a:lvl9pPr>
          </a:lstStyle>
          <a:p>
            <a:endParaRPr/>
          </a:p>
        </p:txBody>
      </p:sp>
      <p:sp>
        <p:nvSpPr>
          <p:cNvPr id="6" name="Text Placeholder 5">
            <a:extLst>
              <a:ext uri="{FF2B5EF4-FFF2-40B4-BE49-F238E27FC236}">
                <a16:creationId xmlns:a16="http://schemas.microsoft.com/office/drawing/2014/main" id="{9CE17BDE-D412-5C3F-C5B9-A6EDA039752E}"/>
              </a:ext>
            </a:extLst>
          </p:cNvPr>
          <p:cNvSpPr>
            <a:spLocks noGrp="1"/>
          </p:cNvSpPr>
          <p:nvPr>
            <p:ph type="body" sz="quarter" idx="10" hasCustomPrompt="1"/>
          </p:nvPr>
        </p:nvSpPr>
        <p:spPr>
          <a:xfrm>
            <a:off x="819150" y="1028700"/>
            <a:ext cx="10560050" cy="419100"/>
          </a:xfrm>
          <a:prstGeom prst="rect">
            <a:avLst/>
          </a:prstGeom>
        </p:spPr>
        <p:txBody>
          <a:bodyPr/>
          <a:lstStyle>
            <a:lvl1pPr marL="0" indent="0">
              <a:buNone/>
              <a:defRPr sz="1800">
                <a:solidFill>
                  <a:schemeClr val="bg1">
                    <a:lumMod val="50000"/>
                  </a:schemeClr>
                </a:solidFill>
                <a:latin typeface="Work Sans Medium" pitchFamily="2" charset="0"/>
              </a:defRPr>
            </a:lvl1pPr>
          </a:lstStyle>
          <a:p>
            <a:pPr lvl="0"/>
            <a:r>
              <a:rPr lang="en-US"/>
              <a:t>Click to add subtitle</a:t>
            </a:r>
          </a:p>
        </p:txBody>
      </p:sp>
      <p:sp>
        <p:nvSpPr>
          <p:cNvPr id="4" name="Text Placeholder 3">
            <a:extLst>
              <a:ext uri="{FF2B5EF4-FFF2-40B4-BE49-F238E27FC236}">
                <a16:creationId xmlns:a16="http://schemas.microsoft.com/office/drawing/2014/main" id="{CF6241C0-3B70-B164-F8BB-4E97E044D4BC}"/>
              </a:ext>
            </a:extLst>
          </p:cNvPr>
          <p:cNvSpPr>
            <a:spLocks noGrp="1"/>
          </p:cNvSpPr>
          <p:nvPr>
            <p:ph type="body" sz="quarter" idx="11" hasCustomPrompt="1"/>
          </p:nvPr>
        </p:nvSpPr>
        <p:spPr>
          <a:xfrm>
            <a:off x="812800" y="1574800"/>
            <a:ext cx="10566400" cy="4568825"/>
          </a:xfrm>
          <a:prstGeom prst="rect">
            <a:avLst/>
          </a:prstGeom>
        </p:spPr>
        <p:txBody>
          <a:bodyPr/>
          <a:lstStyle>
            <a:lvl1pPr marL="0" indent="0">
              <a:buNone/>
              <a:defRPr sz="2000">
                <a:latin typeface="Work Sans Medium" pitchFamily="2" charset="0"/>
              </a:defRPr>
            </a:lvl1pPr>
            <a:lvl2pPr>
              <a:defRPr sz="2000">
                <a:latin typeface="Work Sans Medium" pitchFamily="2" charset="0"/>
              </a:defRPr>
            </a:lvl2pPr>
            <a:lvl3pPr>
              <a:defRPr sz="2000">
                <a:latin typeface="Work Sans Medium" pitchFamily="2" charset="0"/>
              </a:defRPr>
            </a:lvl3pPr>
            <a:lvl4pPr>
              <a:defRPr sz="2000">
                <a:latin typeface="Work Sans Medium" pitchFamily="2" charset="0"/>
              </a:defRPr>
            </a:lvl4pPr>
            <a:lvl5pPr>
              <a:defRPr sz="2000">
                <a:latin typeface="Work Sans Medium" pitchFamily="2" charset="0"/>
              </a:defRPr>
            </a:lvl5pPr>
          </a:lstStyle>
          <a:p>
            <a:r>
              <a:rPr lang="en-US"/>
              <a:t>Body Level One</a:t>
            </a:r>
          </a:p>
          <a:p>
            <a:pPr lvl="1"/>
            <a:r>
              <a:rPr lang="en-US"/>
              <a:t>Body Level Two</a:t>
            </a:r>
          </a:p>
          <a:p>
            <a:pPr lvl="2"/>
            <a:r>
              <a:rPr lang="en-US"/>
              <a:t>Body Level Three</a:t>
            </a:r>
          </a:p>
          <a:p>
            <a:pPr lvl="3"/>
            <a:r>
              <a:rPr lang="en-US"/>
              <a:t>Body Level Four</a:t>
            </a:r>
          </a:p>
          <a:p>
            <a:pPr lvl="4"/>
            <a:r>
              <a:rPr lang="en-US"/>
              <a:t>Body Level Five</a:t>
            </a:r>
          </a:p>
        </p:txBody>
      </p:sp>
    </p:spTree>
    <p:extLst>
      <p:ext uri="{BB962C8B-B14F-4D97-AF65-F5344CB8AC3E}">
        <p14:creationId xmlns:p14="http://schemas.microsoft.com/office/powerpoint/2010/main" val="3304983103"/>
      </p:ext>
    </p:extLst>
  </p:cSld>
  <p:clrMapOvr>
    <a:masterClrMapping/>
  </p:clrMapOvr>
  <p:transition spd="med"/>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9_Services_Section slide">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6616AC36-5C89-59F3-73B8-34D6D01F0C47}"/>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0"/>
            <a:ext cx="12192000" cy="6858000"/>
          </a:xfrm>
          <a:prstGeom prst="rect">
            <a:avLst/>
          </a:prstGeom>
        </p:spPr>
      </p:pic>
      <p:sp>
        <p:nvSpPr>
          <p:cNvPr id="7" name="Title Text">
            <a:extLst>
              <a:ext uri="{FF2B5EF4-FFF2-40B4-BE49-F238E27FC236}">
                <a16:creationId xmlns:a16="http://schemas.microsoft.com/office/drawing/2014/main" id="{14EF0C9A-1083-4E30-9B02-2798751D4BC0}"/>
              </a:ext>
            </a:extLst>
          </p:cNvPr>
          <p:cNvSpPr txBox="1">
            <a:spLocks noGrp="1"/>
          </p:cNvSpPr>
          <p:nvPr>
            <p:ph type="title" hasCustomPrompt="1"/>
          </p:nvPr>
        </p:nvSpPr>
        <p:spPr>
          <a:xfrm>
            <a:off x="812800" y="2266950"/>
            <a:ext cx="10566400" cy="2324100"/>
          </a:xfrm>
          <a:prstGeom prst="rect">
            <a:avLst/>
          </a:prstGeom>
        </p:spPr>
        <p:txBody>
          <a:bodyPr anchor="ctr">
            <a:normAutofit/>
          </a:bodyPr>
          <a:lstStyle>
            <a:lvl1pPr algn="l">
              <a:defRPr sz="3000" b="0" i="0">
                <a:solidFill>
                  <a:srgbClr val="5E5E5E"/>
                </a:solidFill>
                <a:latin typeface="Work Sans Medium" pitchFamily="2" charset="0"/>
                <a:ea typeface="Roboto" panose="02000000000000000000" pitchFamily="2" charset="0"/>
              </a:defRPr>
            </a:lvl1pPr>
          </a:lstStyle>
          <a:p>
            <a:r>
              <a:rPr lang="en-US"/>
              <a:t>Section</a:t>
            </a:r>
            <a:r>
              <a:t> Text</a:t>
            </a:r>
          </a:p>
        </p:txBody>
      </p:sp>
      <p:sp>
        <p:nvSpPr>
          <p:cNvPr id="4" name="Slide Number Placeholder 1">
            <a:extLst>
              <a:ext uri="{FF2B5EF4-FFF2-40B4-BE49-F238E27FC236}">
                <a16:creationId xmlns:a16="http://schemas.microsoft.com/office/drawing/2014/main" id="{943AA045-D21E-EDA7-183B-2A6DF325C0DF}"/>
              </a:ext>
            </a:extLst>
          </p:cNvPr>
          <p:cNvSpPr txBox="1">
            <a:spLocks/>
          </p:cNvSpPr>
          <p:nvPr userDrawn="1"/>
        </p:nvSpPr>
        <p:spPr>
          <a:xfrm>
            <a:off x="4719945" y="6346066"/>
            <a:ext cx="2743200" cy="365125"/>
          </a:xfrm>
          <a:prstGeom prst="rect">
            <a:avLst/>
          </a:prstGeom>
        </p:spPr>
        <p:txBody>
          <a:bodyPr vert="horz" lIns="45720" tIns="22860" rIns="45720" bIns="22860" rtlCol="0" anchor="ct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825500" rtl="0" fontAlgn="auto" latinLnBrk="0" hangingPunct="0">
              <a:lnSpc>
                <a:spcPct val="100000"/>
              </a:lnSpc>
              <a:spcBef>
                <a:spcPts val="0"/>
              </a:spcBef>
              <a:spcAft>
                <a:spcPts val="0"/>
              </a:spcAft>
              <a:buClrTx/>
              <a:buSzTx/>
              <a:buFontTx/>
              <a:buNone/>
              <a:tabLst/>
              <a:defRPr kumimoji="0" sz="2800" b="0" i="0" u="none" strike="noStrike" cap="none" spc="0" normalizeH="0" baseline="0">
                <a:ln>
                  <a:noFill/>
                </a:ln>
                <a:solidFill>
                  <a:schemeClr val="bg1"/>
                </a:solidFill>
                <a:effectLst/>
                <a:uFillTx/>
                <a:latin typeface="Arial" panose="020B0604020202020204" pitchFamily="34" charset="0"/>
                <a:ea typeface="+mn-ea"/>
                <a:cs typeface="Arial" panose="020B0604020202020204" pitchFamily="34" charset="0"/>
                <a:sym typeface="Arial"/>
              </a:defRPr>
            </a:lvl1pPr>
            <a:lvl2pPr marL="0" marR="0" indent="0" algn="ctr" defTabSz="825500" rtl="0" fontAlgn="auto" latinLnBrk="0" hangingPunct="0">
              <a:lnSpc>
                <a:spcPct val="100000"/>
              </a:lnSpc>
              <a:spcBef>
                <a:spcPts val="0"/>
              </a:spcBef>
              <a:spcAft>
                <a:spcPts val="0"/>
              </a:spcAft>
              <a:buClrTx/>
              <a:buSzTx/>
              <a:buFontTx/>
              <a:buNone/>
              <a:tabLst/>
              <a:defRPr kumimoji="0" sz="3000" b="0" i="0" u="none" strike="noStrike" cap="none" spc="0" normalizeH="0" baseline="0">
                <a:ln>
                  <a:noFill/>
                </a:ln>
                <a:solidFill>
                  <a:srgbClr val="5E5E5E"/>
                </a:solidFill>
                <a:effectLst/>
                <a:uFillTx/>
                <a:latin typeface="+mn-lt"/>
                <a:ea typeface="+mn-ea"/>
                <a:cs typeface="+mn-cs"/>
                <a:sym typeface="Arial"/>
              </a:defRPr>
            </a:lvl2pPr>
            <a:lvl3pPr marL="0" marR="0" indent="0" algn="ctr" defTabSz="825500" rtl="0" fontAlgn="auto" latinLnBrk="0" hangingPunct="0">
              <a:lnSpc>
                <a:spcPct val="100000"/>
              </a:lnSpc>
              <a:spcBef>
                <a:spcPts val="0"/>
              </a:spcBef>
              <a:spcAft>
                <a:spcPts val="0"/>
              </a:spcAft>
              <a:buClrTx/>
              <a:buSzTx/>
              <a:buFontTx/>
              <a:buNone/>
              <a:tabLst/>
              <a:defRPr kumimoji="0" sz="3000" b="0" i="0" u="none" strike="noStrike" cap="none" spc="0" normalizeH="0" baseline="0">
                <a:ln>
                  <a:noFill/>
                </a:ln>
                <a:solidFill>
                  <a:srgbClr val="5E5E5E"/>
                </a:solidFill>
                <a:effectLst/>
                <a:uFillTx/>
                <a:latin typeface="+mn-lt"/>
                <a:ea typeface="+mn-ea"/>
                <a:cs typeface="+mn-cs"/>
                <a:sym typeface="Arial"/>
              </a:defRPr>
            </a:lvl3pPr>
            <a:lvl4pPr marL="0" marR="0" indent="0" algn="ctr" defTabSz="825500" rtl="0" fontAlgn="auto" latinLnBrk="0" hangingPunct="0">
              <a:lnSpc>
                <a:spcPct val="100000"/>
              </a:lnSpc>
              <a:spcBef>
                <a:spcPts val="0"/>
              </a:spcBef>
              <a:spcAft>
                <a:spcPts val="0"/>
              </a:spcAft>
              <a:buClrTx/>
              <a:buSzTx/>
              <a:buFontTx/>
              <a:buNone/>
              <a:tabLst/>
              <a:defRPr kumimoji="0" sz="3000" b="0" i="0" u="none" strike="noStrike" cap="none" spc="0" normalizeH="0" baseline="0">
                <a:ln>
                  <a:noFill/>
                </a:ln>
                <a:solidFill>
                  <a:srgbClr val="5E5E5E"/>
                </a:solidFill>
                <a:effectLst/>
                <a:uFillTx/>
                <a:latin typeface="+mn-lt"/>
                <a:ea typeface="+mn-ea"/>
                <a:cs typeface="+mn-cs"/>
                <a:sym typeface="Arial"/>
              </a:defRPr>
            </a:lvl4pPr>
            <a:lvl5pPr marL="0" marR="0" indent="0" algn="ctr" defTabSz="825500" rtl="0" fontAlgn="auto" latinLnBrk="0" hangingPunct="0">
              <a:lnSpc>
                <a:spcPct val="100000"/>
              </a:lnSpc>
              <a:spcBef>
                <a:spcPts val="0"/>
              </a:spcBef>
              <a:spcAft>
                <a:spcPts val="0"/>
              </a:spcAft>
              <a:buClrTx/>
              <a:buSzTx/>
              <a:buFontTx/>
              <a:buNone/>
              <a:tabLst/>
              <a:defRPr kumimoji="0" sz="3000" b="0" i="0" u="none" strike="noStrike" cap="none" spc="0" normalizeH="0" baseline="0">
                <a:ln>
                  <a:noFill/>
                </a:ln>
                <a:solidFill>
                  <a:srgbClr val="5E5E5E"/>
                </a:solidFill>
                <a:effectLst/>
                <a:uFillTx/>
                <a:latin typeface="+mn-lt"/>
                <a:ea typeface="+mn-ea"/>
                <a:cs typeface="+mn-cs"/>
                <a:sym typeface="Arial"/>
              </a:defRPr>
            </a:lvl5pPr>
            <a:lvl6pPr marL="0" marR="0" indent="0" algn="ctr" defTabSz="825500" rtl="0" fontAlgn="auto" latinLnBrk="0" hangingPunct="0">
              <a:lnSpc>
                <a:spcPct val="100000"/>
              </a:lnSpc>
              <a:spcBef>
                <a:spcPts val="0"/>
              </a:spcBef>
              <a:spcAft>
                <a:spcPts val="0"/>
              </a:spcAft>
              <a:buClrTx/>
              <a:buSzTx/>
              <a:buFontTx/>
              <a:buNone/>
              <a:tabLst/>
              <a:defRPr kumimoji="0" sz="3000" b="0" i="0" u="none" strike="noStrike" cap="none" spc="0" normalizeH="0" baseline="0">
                <a:ln>
                  <a:noFill/>
                </a:ln>
                <a:solidFill>
                  <a:srgbClr val="5E5E5E"/>
                </a:solidFill>
                <a:effectLst/>
                <a:uFillTx/>
                <a:latin typeface="+mn-lt"/>
                <a:ea typeface="+mn-ea"/>
                <a:cs typeface="+mn-cs"/>
                <a:sym typeface="Arial"/>
              </a:defRPr>
            </a:lvl6pPr>
            <a:lvl7pPr marL="0" marR="0" indent="0" algn="ctr" defTabSz="825500" rtl="0" fontAlgn="auto" latinLnBrk="0" hangingPunct="0">
              <a:lnSpc>
                <a:spcPct val="100000"/>
              </a:lnSpc>
              <a:spcBef>
                <a:spcPts val="0"/>
              </a:spcBef>
              <a:spcAft>
                <a:spcPts val="0"/>
              </a:spcAft>
              <a:buClrTx/>
              <a:buSzTx/>
              <a:buFontTx/>
              <a:buNone/>
              <a:tabLst/>
              <a:defRPr kumimoji="0" sz="3000" b="0" i="0" u="none" strike="noStrike" cap="none" spc="0" normalizeH="0" baseline="0">
                <a:ln>
                  <a:noFill/>
                </a:ln>
                <a:solidFill>
                  <a:srgbClr val="5E5E5E"/>
                </a:solidFill>
                <a:effectLst/>
                <a:uFillTx/>
                <a:latin typeface="+mn-lt"/>
                <a:ea typeface="+mn-ea"/>
                <a:cs typeface="+mn-cs"/>
                <a:sym typeface="Arial"/>
              </a:defRPr>
            </a:lvl7pPr>
            <a:lvl8pPr marL="0" marR="0" indent="0" algn="ctr" defTabSz="825500" rtl="0" fontAlgn="auto" latinLnBrk="0" hangingPunct="0">
              <a:lnSpc>
                <a:spcPct val="100000"/>
              </a:lnSpc>
              <a:spcBef>
                <a:spcPts val="0"/>
              </a:spcBef>
              <a:spcAft>
                <a:spcPts val="0"/>
              </a:spcAft>
              <a:buClrTx/>
              <a:buSzTx/>
              <a:buFontTx/>
              <a:buNone/>
              <a:tabLst/>
              <a:defRPr kumimoji="0" sz="3000" b="0" i="0" u="none" strike="noStrike" cap="none" spc="0" normalizeH="0" baseline="0">
                <a:ln>
                  <a:noFill/>
                </a:ln>
                <a:solidFill>
                  <a:srgbClr val="5E5E5E"/>
                </a:solidFill>
                <a:effectLst/>
                <a:uFillTx/>
                <a:latin typeface="+mn-lt"/>
                <a:ea typeface="+mn-ea"/>
                <a:cs typeface="+mn-cs"/>
                <a:sym typeface="Arial"/>
              </a:defRPr>
            </a:lvl8pPr>
            <a:lvl9pPr marL="0" marR="0" indent="0" algn="ctr" defTabSz="825500" rtl="0" fontAlgn="auto" latinLnBrk="0" hangingPunct="0">
              <a:lnSpc>
                <a:spcPct val="100000"/>
              </a:lnSpc>
              <a:spcBef>
                <a:spcPts val="0"/>
              </a:spcBef>
              <a:spcAft>
                <a:spcPts val="0"/>
              </a:spcAft>
              <a:buClrTx/>
              <a:buSzTx/>
              <a:buFontTx/>
              <a:buNone/>
              <a:tabLst/>
              <a:defRPr kumimoji="0" sz="3000" b="0" i="0" u="none" strike="noStrike" cap="none" spc="0" normalizeH="0" baseline="0">
                <a:ln>
                  <a:noFill/>
                </a:ln>
                <a:solidFill>
                  <a:srgbClr val="5E5E5E"/>
                </a:solidFill>
                <a:effectLst/>
                <a:uFillTx/>
                <a:latin typeface="+mn-lt"/>
                <a:ea typeface="+mn-ea"/>
                <a:cs typeface="+mn-cs"/>
                <a:sym typeface="Arial"/>
              </a:defRPr>
            </a:lvl9pPr>
          </a:lstStyle>
          <a:p>
            <a:pPr marL="0" marR="0" lvl="0" indent="0" algn="ctr" defTabSz="412750" rtl="0" eaLnBrk="1" fontAlgn="auto" latinLnBrk="0" hangingPunct="0">
              <a:lnSpc>
                <a:spcPct val="100000"/>
              </a:lnSpc>
              <a:spcBef>
                <a:spcPts val="0"/>
              </a:spcBef>
              <a:spcAft>
                <a:spcPts val="0"/>
              </a:spcAft>
              <a:buClrTx/>
              <a:buSzTx/>
              <a:buFontTx/>
              <a:buNone/>
              <a:tabLst/>
              <a:defRPr/>
            </a:pPr>
            <a:fld id="{8DC54A33-A41F-1448-B98F-72ACA2661604}" type="slidenum">
              <a:rPr kumimoji="0" lang="en-US" sz="1200" b="0" i="0" u="none" strike="noStrike" kern="0" cap="none" spc="0" normalizeH="0" baseline="0" noProof="0" smtClean="0">
                <a:ln>
                  <a:noFill/>
                </a:ln>
                <a:solidFill>
                  <a:srgbClr val="464646"/>
                </a:solidFill>
                <a:effectLst/>
                <a:uLnTx/>
                <a:uFillTx/>
                <a:latin typeface="Work Sans Medium" pitchFamily="2" charset="0"/>
                <a:cs typeface="Arial" panose="020B0604020202020204" pitchFamily="34" charset="0"/>
                <a:sym typeface="Arial"/>
              </a:rPr>
              <a:pPr marL="0" marR="0" lvl="0" indent="0" algn="ctr" defTabSz="412750" rtl="0" eaLnBrk="1" fontAlgn="auto" latinLnBrk="0" hangingPunct="0">
                <a:lnSpc>
                  <a:spcPct val="100000"/>
                </a:lnSpc>
                <a:spcBef>
                  <a:spcPts val="0"/>
                </a:spcBef>
                <a:spcAft>
                  <a:spcPts val="0"/>
                </a:spcAft>
                <a:buClrTx/>
                <a:buSzTx/>
                <a:buFontTx/>
                <a:buNone/>
                <a:tabLst/>
                <a:defRPr/>
              </a:pPr>
              <a:t>‹#›</a:t>
            </a:fld>
            <a:endParaRPr kumimoji="0" lang="en-US" sz="1200" b="0" i="0" u="none" strike="noStrike" kern="0" cap="none" spc="0" normalizeH="0" baseline="0" noProof="0">
              <a:ln>
                <a:noFill/>
              </a:ln>
              <a:solidFill>
                <a:srgbClr val="464646"/>
              </a:solidFill>
              <a:effectLst/>
              <a:uLnTx/>
              <a:uFillTx/>
              <a:latin typeface="Work Sans Medium" pitchFamily="2" charset="0"/>
              <a:cs typeface="Arial" panose="020B0604020202020204" pitchFamily="34" charset="0"/>
              <a:sym typeface="Arial"/>
            </a:endParaRPr>
          </a:p>
        </p:txBody>
      </p:sp>
      <p:pic>
        <p:nvPicPr>
          <p:cNvPr id="9" name="Impetus-logo-light-grey.png" descr="Impetus-logo-light-grey.png">
            <a:extLst>
              <a:ext uri="{FF2B5EF4-FFF2-40B4-BE49-F238E27FC236}">
                <a16:creationId xmlns:a16="http://schemas.microsoft.com/office/drawing/2014/main" id="{99476E04-AA56-ECF9-812B-E11BCD77544D}"/>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10668474" y="6500751"/>
            <a:ext cx="1089833" cy="179071"/>
          </a:xfrm>
          <a:prstGeom prst="rect">
            <a:avLst/>
          </a:prstGeom>
          <a:ln w="12700">
            <a:miter lim="400000"/>
          </a:ln>
        </p:spPr>
      </p:pic>
    </p:spTree>
    <p:extLst>
      <p:ext uri="{BB962C8B-B14F-4D97-AF65-F5344CB8AC3E}">
        <p14:creationId xmlns:p14="http://schemas.microsoft.com/office/powerpoint/2010/main" val="190474668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 preserve="1">
  <p:cSld name="10_Blank copy">
    <p:spTree>
      <p:nvGrpSpPr>
        <p:cNvPr id="1" name=""/>
        <p:cNvGrpSpPr/>
        <p:nvPr/>
      </p:nvGrpSpPr>
      <p:grpSpPr>
        <a:xfrm>
          <a:off x="0" y="0"/>
          <a:ext cx="0" cy="0"/>
          <a:chOff x="0" y="0"/>
          <a:chExt cx="0" cy="0"/>
        </a:xfrm>
      </p:grpSpPr>
    </p:spTree>
    <p:extLst>
      <p:ext uri="{BB962C8B-B14F-4D97-AF65-F5344CB8AC3E}">
        <p14:creationId xmlns:p14="http://schemas.microsoft.com/office/powerpoint/2010/main" val="144506438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3_Title Top">
    <p:spTree>
      <p:nvGrpSpPr>
        <p:cNvPr id="1" name=""/>
        <p:cNvGrpSpPr/>
        <p:nvPr/>
      </p:nvGrpSpPr>
      <p:grpSpPr>
        <a:xfrm>
          <a:off x="0" y="0"/>
          <a:ext cx="0" cy="0"/>
          <a:chOff x="0" y="0"/>
          <a:chExt cx="0" cy="0"/>
        </a:xfrm>
      </p:grpSpPr>
      <p:sp>
        <p:nvSpPr>
          <p:cNvPr id="2" name="Google Shape;19;p26">
            <a:extLst>
              <a:ext uri="{FF2B5EF4-FFF2-40B4-BE49-F238E27FC236}">
                <a16:creationId xmlns:a16="http://schemas.microsoft.com/office/drawing/2014/main" id="{BF0D7D0E-7221-CEC4-35BE-A27BFB4ECFA0}"/>
              </a:ext>
            </a:extLst>
          </p:cNvPr>
          <p:cNvSpPr txBox="1">
            <a:spLocks noGrp="1"/>
          </p:cNvSpPr>
          <p:nvPr>
            <p:ph type="title"/>
          </p:nvPr>
        </p:nvSpPr>
        <p:spPr>
          <a:xfrm>
            <a:off x="812800" y="177800"/>
            <a:ext cx="10566400" cy="1143000"/>
          </a:xfrm>
          <a:prstGeom prst="rect">
            <a:avLst/>
          </a:prstGeom>
          <a:noFill/>
          <a:ln>
            <a:noFill/>
          </a:ln>
        </p:spPr>
        <p:txBody>
          <a:bodyPr spcFirstLastPara="1" wrap="square" lIns="0" tIns="0" rIns="0" bIns="0" anchor="ctr" anchorCtr="0">
            <a:normAutofit/>
          </a:bodyPr>
          <a:lstStyle>
            <a:lvl1pPr lvl="0" algn="l">
              <a:lnSpc>
                <a:spcPct val="120000"/>
              </a:lnSpc>
              <a:spcBef>
                <a:spcPts val="0"/>
              </a:spcBef>
              <a:spcAft>
                <a:spcPts val="0"/>
              </a:spcAft>
              <a:buClr>
                <a:schemeClr val="lt1"/>
              </a:buClr>
              <a:buSzPts val="6000"/>
              <a:buFont typeface="Arial"/>
              <a:buNone/>
              <a:defRPr sz="3000">
                <a:latin typeface="Work Sans Medium" pitchFamily="2" charset="0"/>
              </a:defRPr>
            </a:lvl1pPr>
            <a:lvl2pPr lvl="1" algn="l">
              <a:lnSpc>
                <a:spcPct val="120000"/>
              </a:lnSpc>
              <a:spcBef>
                <a:spcPts val="0"/>
              </a:spcBef>
              <a:spcAft>
                <a:spcPts val="0"/>
              </a:spcAft>
              <a:buClr>
                <a:srgbClr val="000000"/>
              </a:buClr>
              <a:buSzPts val="1800"/>
              <a:buNone/>
              <a:defRPr/>
            </a:lvl2pPr>
            <a:lvl3pPr lvl="2" algn="l">
              <a:lnSpc>
                <a:spcPct val="120000"/>
              </a:lnSpc>
              <a:spcBef>
                <a:spcPts val="0"/>
              </a:spcBef>
              <a:spcAft>
                <a:spcPts val="0"/>
              </a:spcAft>
              <a:buClr>
                <a:srgbClr val="000000"/>
              </a:buClr>
              <a:buSzPts val="1800"/>
              <a:buNone/>
              <a:defRPr/>
            </a:lvl3pPr>
            <a:lvl4pPr lvl="3" algn="l">
              <a:lnSpc>
                <a:spcPct val="120000"/>
              </a:lnSpc>
              <a:spcBef>
                <a:spcPts val="0"/>
              </a:spcBef>
              <a:spcAft>
                <a:spcPts val="0"/>
              </a:spcAft>
              <a:buClr>
                <a:srgbClr val="000000"/>
              </a:buClr>
              <a:buSzPts val="1800"/>
              <a:buNone/>
              <a:defRPr/>
            </a:lvl4pPr>
            <a:lvl5pPr lvl="4" algn="l">
              <a:lnSpc>
                <a:spcPct val="120000"/>
              </a:lnSpc>
              <a:spcBef>
                <a:spcPts val="0"/>
              </a:spcBef>
              <a:spcAft>
                <a:spcPts val="0"/>
              </a:spcAft>
              <a:buClr>
                <a:srgbClr val="000000"/>
              </a:buClr>
              <a:buSzPts val="1800"/>
              <a:buNone/>
              <a:defRPr/>
            </a:lvl5pPr>
            <a:lvl6pPr lvl="5" algn="l">
              <a:lnSpc>
                <a:spcPct val="120000"/>
              </a:lnSpc>
              <a:spcBef>
                <a:spcPts val="0"/>
              </a:spcBef>
              <a:spcAft>
                <a:spcPts val="0"/>
              </a:spcAft>
              <a:buClr>
                <a:srgbClr val="000000"/>
              </a:buClr>
              <a:buSzPts val="1800"/>
              <a:buNone/>
              <a:defRPr/>
            </a:lvl6pPr>
            <a:lvl7pPr lvl="6" algn="l">
              <a:lnSpc>
                <a:spcPct val="120000"/>
              </a:lnSpc>
              <a:spcBef>
                <a:spcPts val="0"/>
              </a:spcBef>
              <a:spcAft>
                <a:spcPts val="0"/>
              </a:spcAft>
              <a:buClr>
                <a:srgbClr val="000000"/>
              </a:buClr>
              <a:buSzPts val="1800"/>
              <a:buNone/>
              <a:defRPr/>
            </a:lvl7pPr>
            <a:lvl8pPr lvl="7" algn="l">
              <a:lnSpc>
                <a:spcPct val="120000"/>
              </a:lnSpc>
              <a:spcBef>
                <a:spcPts val="0"/>
              </a:spcBef>
              <a:spcAft>
                <a:spcPts val="0"/>
              </a:spcAft>
              <a:buClr>
                <a:srgbClr val="000000"/>
              </a:buClr>
              <a:buSzPts val="1800"/>
              <a:buNone/>
              <a:defRPr/>
            </a:lvl8pPr>
            <a:lvl9pPr lvl="8" algn="l">
              <a:lnSpc>
                <a:spcPct val="120000"/>
              </a:lnSpc>
              <a:spcBef>
                <a:spcPts val="0"/>
              </a:spcBef>
              <a:spcAft>
                <a:spcPts val="0"/>
              </a:spcAft>
              <a:buClr>
                <a:srgbClr val="000000"/>
              </a:buClr>
              <a:buSzPts val="1800"/>
              <a:buNone/>
              <a:defRPr/>
            </a:lvl9pPr>
          </a:lstStyle>
          <a:p>
            <a:endParaRPr/>
          </a:p>
        </p:txBody>
      </p:sp>
    </p:spTree>
    <p:extLst>
      <p:ext uri="{BB962C8B-B14F-4D97-AF65-F5344CB8AC3E}">
        <p14:creationId xmlns:p14="http://schemas.microsoft.com/office/powerpoint/2010/main" val="2068845622"/>
      </p:ext>
    </p:extLst>
  </p:cSld>
  <p:clrMapOvr>
    <a:masterClrMapping/>
  </p:clrMapOvr>
  <p:transition spd="med"/>
</p:sldLayout>
</file>

<file path=ppt/slideLayouts/slideLayout15.xml><?xml version="1.0" encoding="utf-8"?>
<p:sldLayout xmlns:a="http://schemas.openxmlformats.org/drawingml/2006/main" xmlns:r="http://schemas.openxmlformats.org/officeDocument/2006/relationships" xmlns:p="http://schemas.openxmlformats.org/presentationml/2006/main" type="obj">
  <p:cSld name="Title, Content">
    <p:spTree>
      <p:nvGrpSpPr>
        <p:cNvPr id="1" name=""/>
        <p:cNvGrpSpPr/>
        <p:nvPr/>
      </p:nvGrpSpPr>
      <p:grpSpPr>
        <a:xfrm>
          <a:off x="0" y="0"/>
          <a:ext cx="0" cy="0"/>
          <a:chOff x="0" y="0"/>
          <a:chExt cx="0" cy="0"/>
        </a:xfrm>
      </p:grpSpPr>
      <p:sp>
        <p:nvSpPr>
          <p:cNvPr id="98" name="PlaceHolder 1"/>
          <p:cNvSpPr>
            <a:spLocks noGrp="1"/>
          </p:cNvSpPr>
          <p:nvPr>
            <p:ph type="title"/>
          </p:nvPr>
        </p:nvSpPr>
        <p:spPr>
          <a:xfrm>
            <a:off x="812880" y="2286000"/>
            <a:ext cx="10566180" cy="2285820"/>
          </a:xfrm>
          <a:prstGeom prst="rect">
            <a:avLst/>
          </a:prstGeom>
        </p:spPr>
        <p:txBody>
          <a:bodyPr lIns="0" tIns="0" rIns="0" bIns="0" anchor="ctr">
            <a:noAutofit/>
          </a:bodyPr>
          <a:lstStyle/>
          <a:p>
            <a:pPr algn="ctr"/>
            <a:endParaRPr lang="en-IN" sz="1500" b="0" strike="noStrike" spc="-1">
              <a:solidFill>
                <a:srgbClr val="5E5E5E"/>
              </a:solidFill>
              <a:latin typeface="Roboto"/>
            </a:endParaRPr>
          </a:p>
        </p:txBody>
      </p:sp>
      <p:sp>
        <p:nvSpPr>
          <p:cNvPr id="99" name="PlaceHolder 2"/>
          <p:cNvSpPr>
            <a:spLocks noGrp="1"/>
          </p:cNvSpPr>
          <p:nvPr>
            <p:ph type="body"/>
          </p:nvPr>
        </p:nvSpPr>
        <p:spPr>
          <a:xfrm>
            <a:off x="609480" y="1604700"/>
            <a:ext cx="10972440" cy="3977460"/>
          </a:xfrm>
          <a:prstGeom prst="rect">
            <a:avLst/>
          </a:prstGeom>
        </p:spPr>
        <p:txBody>
          <a:bodyPr lIns="0" tIns="0" rIns="0" bIns="0">
            <a:normAutofit/>
          </a:bodyPr>
          <a:lstStyle/>
          <a:p>
            <a:endParaRPr lang="en-IN" sz="2000" b="0" strike="noStrike" spc="-1">
              <a:solidFill>
                <a:srgbClr val="5E5E5E"/>
              </a:solidFill>
              <a:latin typeface="Roboto"/>
            </a:endParaRPr>
          </a:p>
        </p:txBody>
      </p:sp>
    </p:spTree>
    <p:extLst>
      <p:ext uri="{BB962C8B-B14F-4D97-AF65-F5344CB8AC3E}">
        <p14:creationId xmlns:p14="http://schemas.microsoft.com/office/powerpoint/2010/main" val="278634246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1.png"/><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8" name="Slide Number Placeholder 1">
            <a:extLst>
              <a:ext uri="{FF2B5EF4-FFF2-40B4-BE49-F238E27FC236}">
                <a16:creationId xmlns:a16="http://schemas.microsoft.com/office/drawing/2014/main" id="{14C761CA-5961-CF66-3F7B-D7A138AF108E}"/>
              </a:ext>
            </a:extLst>
          </p:cNvPr>
          <p:cNvSpPr txBox="1">
            <a:spLocks/>
          </p:cNvSpPr>
          <p:nvPr userDrawn="1"/>
        </p:nvSpPr>
        <p:spPr>
          <a:xfrm>
            <a:off x="4724400" y="6374351"/>
            <a:ext cx="2743200" cy="365125"/>
          </a:xfrm>
          <a:prstGeom prst="rect">
            <a:avLst/>
          </a:prstGeom>
        </p:spPr>
        <p:txBody>
          <a:bodyPr vert="horz" lIns="45720" tIns="22860" rIns="45720" bIns="22860" rtlCol="0" anchor="ct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825500" rtl="0" fontAlgn="auto" latinLnBrk="0" hangingPunct="0">
              <a:lnSpc>
                <a:spcPct val="100000"/>
              </a:lnSpc>
              <a:spcBef>
                <a:spcPts val="0"/>
              </a:spcBef>
              <a:spcAft>
                <a:spcPts val="0"/>
              </a:spcAft>
              <a:buClrTx/>
              <a:buSzTx/>
              <a:buFontTx/>
              <a:buNone/>
              <a:tabLst/>
              <a:defRPr kumimoji="0" sz="2800" b="0" i="0" u="none" strike="noStrike" cap="none" spc="0" normalizeH="0" baseline="0">
                <a:ln>
                  <a:noFill/>
                </a:ln>
                <a:solidFill>
                  <a:schemeClr val="bg1"/>
                </a:solidFill>
                <a:effectLst/>
                <a:uFillTx/>
                <a:latin typeface="Arial" panose="020B0604020202020204" pitchFamily="34" charset="0"/>
                <a:ea typeface="+mn-ea"/>
                <a:cs typeface="Arial" panose="020B0604020202020204" pitchFamily="34" charset="0"/>
                <a:sym typeface="Arial"/>
              </a:defRPr>
            </a:lvl1pPr>
            <a:lvl2pPr marL="0" marR="0" indent="0" algn="ctr" defTabSz="825500" rtl="0" fontAlgn="auto" latinLnBrk="0" hangingPunct="0">
              <a:lnSpc>
                <a:spcPct val="100000"/>
              </a:lnSpc>
              <a:spcBef>
                <a:spcPts val="0"/>
              </a:spcBef>
              <a:spcAft>
                <a:spcPts val="0"/>
              </a:spcAft>
              <a:buClrTx/>
              <a:buSzTx/>
              <a:buFontTx/>
              <a:buNone/>
              <a:tabLst/>
              <a:defRPr kumimoji="0" sz="3000" b="0" i="0" u="none" strike="noStrike" cap="none" spc="0" normalizeH="0" baseline="0">
                <a:ln>
                  <a:noFill/>
                </a:ln>
                <a:solidFill>
                  <a:srgbClr val="5E5E5E"/>
                </a:solidFill>
                <a:effectLst/>
                <a:uFillTx/>
                <a:latin typeface="+mn-lt"/>
                <a:ea typeface="+mn-ea"/>
                <a:cs typeface="+mn-cs"/>
                <a:sym typeface="Arial"/>
              </a:defRPr>
            </a:lvl2pPr>
            <a:lvl3pPr marL="0" marR="0" indent="0" algn="ctr" defTabSz="825500" rtl="0" fontAlgn="auto" latinLnBrk="0" hangingPunct="0">
              <a:lnSpc>
                <a:spcPct val="100000"/>
              </a:lnSpc>
              <a:spcBef>
                <a:spcPts val="0"/>
              </a:spcBef>
              <a:spcAft>
                <a:spcPts val="0"/>
              </a:spcAft>
              <a:buClrTx/>
              <a:buSzTx/>
              <a:buFontTx/>
              <a:buNone/>
              <a:tabLst/>
              <a:defRPr kumimoji="0" sz="3000" b="0" i="0" u="none" strike="noStrike" cap="none" spc="0" normalizeH="0" baseline="0">
                <a:ln>
                  <a:noFill/>
                </a:ln>
                <a:solidFill>
                  <a:srgbClr val="5E5E5E"/>
                </a:solidFill>
                <a:effectLst/>
                <a:uFillTx/>
                <a:latin typeface="+mn-lt"/>
                <a:ea typeface="+mn-ea"/>
                <a:cs typeface="+mn-cs"/>
                <a:sym typeface="Arial"/>
              </a:defRPr>
            </a:lvl3pPr>
            <a:lvl4pPr marL="0" marR="0" indent="0" algn="ctr" defTabSz="825500" rtl="0" fontAlgn="auto" latinLnBrk="0" hangingPunct="0">
              <a:lnSpc>
                <a:spcPct val="100000"/>
              </a:lnSpc>
              <a:spcBef>
                <a:spcPts val="0"/>
              </a:spcBef>
              <a:spcAft>
                <a:spcPts val="0"/>
              </a:spcAft>
              <a:buClrTx/>
              <a:buSzTx/>
              <a:buFontTx/>
              <a:buNone/>
              <a:tabLst/>
              <a:defRPr kumimoji="0" sz="3000" b="0" i="0" u="none" strike="noStrike" cap="none" spc="0" normalizeH="0" baseline="0">
                <a:ln>
                  <a:noFill/>
                </a:ln>
                <a:solidFill>
                  <a:srgbClr val="5E5E5E"/>
                </a:solidFill>
                <a:effectLst/>
                <a:uFillTx/>
                <a:latin typeface="+mn-lt"/>
                <a:ea typeface="+mn-ea"/>
                <a:cs typeface="+mn-cs"/>
                <a:sym typeface="Arial"/>
              </a:defRPr>
            </a:lvl4pPr>
            <a:lvl5pPr marL="0" marR="0" indent="0" algn="ctr" defTabSz="825500" rtl="0" fontAlgn="auto" latinLnBrk="0" hangingPunct="0">
              <a:lnSpc>
                <a:spcPct val="100000"/>
              </a:lnSpc>
              <a:spcBef>
                <a:spcPts val="0"/>
              </a:spcBef>
              <a:spcAft>
                <a:spcPts val="0"/>
              </a:spcAft>
              <a:buClrTx/>
              <a:buSzTx/>
              <a:buFontTx/>
              <a:buNone/>
              <a:tabLst/>
              <a:defRPr kumimoji="0" sz="3000" b="0" i="0" u="none" strike="noStrike" cap="none" spc="0" normalizeH="0" baseline="0">
                <a:ln>
                  <a:noFill/>
                </a:ln>
                <a:solidFill>
                  <a:srgbClr val="5E5E5E"/>
                </a:solidFill>
                <a:effectLst/>
                <a:uFillTx/>
                <a:latin typeface="+mn-lt"/>
                <a:ea typeface="+mn-ea"/>
                <a:cs typeface="+mn-cs"/>
                <a:sym typeface="Arial"/>
              </a:defRPr>
            </a:lvl5pPr>
            <a:lvl6pPr marL="0" marR="0" indent="0" algn="ctr" defTabSz="825500" rtl="0" fontAlgn="auto" latinLnBrk="0" hangingPunct="0">
              <a:lnSpc>
                <a:spcPct val="100000"/>
              </a:lnSpc>
              <a:spcBef>
                <a:spcPts val="0"/>
              </a:spcBef>
              <a:spcAft>
                <a:spcPts val="0"/>
              </a:spcAft>
              <a:buClrTx/>
              <a:buSzTx/>
              <a:buFontTx/>
              <a:buNone/>
              <a:tabLst/>
              <a:defRPr kumimoji="0" sz="3000" b="0" i="0" u="none" strike="noStrike" cap="none" spc="0" normalizeH="0" baseline="0">
                <a:ln>
                  <a:noFill/>
                </a:ln>
                <a:solidFill>
                  <a:srgbClr val="5E5E5E"/>
                </a:solidFill>
                <a:effectLst/>
                <a:uFillTx/>
                <a:latin typeface="+mn-lt"/>
                <a:ea typeface="+mn-ea"/>
                <a:cs typeface="+mn-cs"/>
                <a:sym typeface="Arial"/>
              </a:defRPr>
            </a:lvl6pPr>
            <a:lvl7pPr marL="0" marR="0" indent="0" algn="ctr" defTabSz="825500" rtl="0" fontAlgn="auto" latinLnBrk="0" hangingPunct="0">
              <a:lnSpc>
                <a:spcPct val="100000"/>
              </a:lnSpc>
              <a:spcBef>
                <a:spcPts val="0"/>
              </a:spcBef>
              <a:spcAft>
                <a:spcPts val="0"/>
              </a:spcAft>
              <a:buClrTx/>
              <a:buSzTx/>
              <a:buFontTx/>
              <a:buNone/>
              <a:tabLst/>
              <a:defRPr kumimoji="0" sz="3000" b="0" i="0" u="none" strike="noStrike" cap="none" spc="0" normalizeH="0" baseline="0">
                <a:ln>
                  <a:noFill/>
                </a:ln>
                <a:solidFill>
                  <a:srgbClr val="5E5E5E"/>
                </a:solidFill>
                <a:effectLst/>
                <a:uFillTx/>
                <a:latin typeface="+mn-lt"/>
                <a:ea typeface="+mn-ea"/>
                <a:cs typeface="+mn-cs"/>
                <a:sym typeface="Arial"/>
              </a:defRPr>
            </a:lvl7pPr>
            <a:lvl8pPr marL="0" marR="0" indent="0" algn="ctr" defTabSz="825500" rtl="0" fontAlgn="auto" latinLnBrk="0" hangingPunct="0">
              <a:lnSpc>
                <a:spcPct val="100000"/>
              </a:lnSpc>
              <a:spcBef>
                <a:spcPts val="0"/>
              </a:spcBef>
              <a:spcAft>
                <a:spcPts val="0"/>
              </a:spcAft>
              <a:buClrTx/>
              <a:buSzTx/>
              <a:buFontTx/>
              <a:buNone/>
              <a:tabLst/>
              <a:defRPr kumimoji="0" sz="3000" b="0" i="0" u="none" strike="noStrike" cap="none" spc="0" normalizeH="0" baseline="0">
                <a:ln>
                  <a:noFill/>
                </a:ln>
                <a:solidFill>
                  <a:srgbClr val="5E5E5E"/>
                </a:solidFill>
                <a:effectLst/>
                <a:uFillTx/>
                <a:latin typeface="+mn-lt"/>
                <a:ea typeface="+mn-ea"/>
                <a:cs typeface="+mn-cs"/>
                <a:sym typeface="Arial"/>
              </a:defRPr>
            </a:lvl8pPr>
            <a:lvl9pPr marL="0" marR="0" indent="0" algn="ctr" defTabSz="825500" rtl="0" fontAlgn="auto" latinLnBrk="0" hangingPunct="0">
              <a:lnSpc>
                <a:spcPct val="100000"/>
              </a:lnSpc>
              <a:spcBef>
                <a:spcPts val="0"/>
              </a:spcBef>
              <a:spcAft>
                <a:spcPts val="0"/>
              </a:spcAft>
              <a:buClrTx/>
              <a:buSzTx/>
              <a:buFontTx/>
              <a:buNone/>
              <a:tabLst/>
              <a:defRPr kumimoji="0" sz="3000" b="0" i="0" u="none" strike="noStrike" cap="none" spc="0" normalizeH="0" baseline="0">
                <a:ln>
                  <a:noFill/>
                </a:ln>
                <a:solidFill>
                  <a:srgbClr val="5E5E5E"/>
                </a:solidFill>
                <a:effectLst/>
                <a:uFillTx/>
                <a:latin typeface="+mn-lt"/>
                <a:ea typeface="+mn-ea"/>
                <a:cs typeface="+mn-cs"/>
                <a:sym typeface="Arial"/>
              </a:defRPr>
            </a:lvl9pPr>
          </a:lstStyle>
          <a:p>
            <a:pPr marL="0" marR="0" lvl="0" indent="0" algn="ctr" defTabSz="412750" rtl="0" eaLnBrk="1" fontAlgn="auto" latinLnBrk="0" hangingPunct="0">
              <a:lnSpc>
                <a:spcPct val="100000"/>
              </a:lnSpc>
              <a:spcBef>
                <a:spcPts val="0"/>
              </a:spcBef>
              <a:spcAft>
                <a:spcPts val="0"/>
              </a:spcAft>
              <a:buClrTx/>
              <a:buSzTx/>
              <a:buFontTx/>
              <a:buNone/>
              <a:tabLst/>
              <a:defRPr/>
            </a:pPr>
            <a:fld id="{8DC54A33-A41F-1448-B98F-72ACA2661604}" type="slidenum">
              <a:rPr kumimoji="0" lang="en-US" sz="1200" b="0" i="0" u="none" strike="noStrike" kern="0" cap="none" spc="0" normalizeH="0" baseline="0" noProof="0" smtClean="0">
                <a:ln>
                  <a:noFill/>
                </a:ln>
                <a:solidFill>
                  <a:srgbClr val="464646"/>
                </a:solidFill>
                <a:effectLst/>
                <a:uLnTx/>
                <a:uFillTx/>
                <a:latin typeface="Roboto" panose="02000000000000000000" pitchFamily="2" charset="0"/>
                <a:ea typeface="+mn-ea"/>
                <a:cs typeface="Arial" panose="020B0604020202020204" pitchFamily="34" charset="0"/>
                <a:sym typeface="Arial"/>
              </a:rPr>
              <a:pPr marL="0" marR="0" lvl="0" indent="0" algn="ctr" defTabSz="412750" rtl="0" eaLnBrk="1" fontAlgn="auto" latinLnBrk="0" hangingPunct="0">
                <a:lnSpc>
                  <a:spcPct val="100000"/>
                </a:lnSpc>
                <a:spcBef>
                  <a:spcPts val="0"/>
                </a:spcBef>
                <a:spcAft>
                  <a:spcPts val="0"/>
                </a:spcAft>
                <a:buClrTx/>
                <a:buSzTx/>
                <a:buFontTx/>
                <a:buNone/>
                <a:tabLst/>
                <a:defRPr/>
              </a:pPr>
              <a:t>‹#›</a:t>
            </a:fld>
            <a:endParaRPr kumimoji="0" lang="en-US" sz="1200" b="0" i="0" u="none" strike="noStrike" kern="0" cap="none" spc="0" normalizeH="0" baseline="0" noProof="0">
              <a:ln>
                <a:noFill/>
              </a:ln>
              <a:solidFill>
                <a:srgbClr val="464646"/>
              </a:solidFill>
              <a:effectLst/>
              <a:uLnTx/>
              <a:uFillTx/>
              <a:latin typeface="Roboto" panose="02000000000000000000" pitchFamily="2" charset="0"/>
              <a:ea typeface="+mn-ea"/>
              <a:cs typeface="Arial" panose="020B0604020202020204" pitchFamily="34" charset="0"/>
              <a:sym typeface="Arial"/>
            </a:endParaRPr>
          </a:p>
        </p:txBody>
      </p:sp>
      <p:pic>
        <p:nvPicPr>
          <p:cNvPr id="9" name="Impetus-logo-light-grey.png" descr="Impetus-logo-light-grey.png">
            <a:extLst>
              <a:ext uri="{FF2B5EF4-FFF2-40B4-BE49-F238E27FC236}">
                <a16:creationId xmlns:a16="http://schemas.microsoft.com/office/drawing/2014/main" id="{7D223B28-D7F7-7E47-87F3-F1C1F699EB4D}"/>
              </a:ext>
            </a:extLst>
          </p:cNvPr>
          <p:cNvPicPr>
            <a:picLocks noChangeAspect="1"/>
          </p:cNvPicPr>
          <p:nvPr userDrawn="1"/>
        </p:nvPicPr>
        <p:blipFill>
          <a:blip r:embed="rId17" cstate="screen">
            <a:extLst>
              <a:ext uri="{28A0092B-C50C-407E-A947-70E740481C1C}">
                <a14:useLocalDpi xmlns:a14="http://schemas.microsoft.com/office/drawing/2010/main"/>
              </a:ext>
            </a:extLst>
          </a:blip>
          <a:stretch>
            <a:fillRect/>
          </a:stretch>
        </p:blipFill>
        <p:spPr>
          <a:xfrm>
            <a:off x="10668474" y="6500751"/>
            <a:ext cx="1089833" cy="179071"/>
          </a:xfrm>
          <a:prstGeom prst="rect">
            <a:avLst/>
          </a:prstGeom>
          <a:ln w="12700">
            <a:miter lim="400000"/>
          </a:ln>
        </p:spPr>
      </p:pic>
      <p:sp>
        <p:nvSpPr>
          <p:cNvPr id="10" name="TextBox 17">
            <a:extLst>
              <a:ext uri="{FF2B5EF4-FFF2-40B4-BE49-F238E27FC236}">
                <a16:creationId xmlns:a16="http://schemas.microsoft.com/office/drawing/2014/main" id="{3B246638-4E55-3A33-C3EE-B09E7C40D645}"/>
              </a:ext>
            </a:extLst>
          </p:cNvPr>
          <p:cNvSpPr txBox="1"/>
          <p:nvPr userDrawn="1"/>
        </p:nvSpPr>
        <p:spPr>
          <a:xfrm>
            <a:off x="207640" y="6535398"/>
            <a:ext cx="2926727" cy="23083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2860" rIns="22860">
            <a:spAutoFit/>
          </a:bodyPr>
          <a:lstStyle>
            <a:lvl1pPr algn="l">
              <a:defRPr sz="1800">
                <a:solidFill>
                  <a:srgbClr val="A7A7A7"/>
                </a:solidFill>
              </a:defRPr>
            </a:lvl1pPr>
          </a:lstStyle>
          <a:p>
            <a:pPr marL="0" marR="0" lvl="0" indent="0" algn="l" defTabSz="412750" rtl="0" eaLnBrk="1" fontAlgn="auto" latinLnBrk="0" hangingPunct="0">
              <a:lnSpc>
                <a:spcPct val="100000"/>
              </a:lnSpc>
              <a:spcBef>
                <a:spcPts val="0"/>
              </a:spcBef>
              <a:spcAft>
                <a:spcPts val="0"/>
              </a:spcAft>
              <a:buClrTx/>
              <a:buSzTx/>
              <a:buFontTx/>
              <a:buNone/>
              <a:tabLst/>
              <a:defRPr/>
            </a:pPr>
            <a:r>
              <a:rPr kumimoji="0" sz="900" b="0" i="0" u="none" strike="noStrike" kern="0" cap="none" spc="0" normalizeH="0" baseline="0" noProof="0">
                <a:ln>
                  <a:noFill/>
                </a:ln>
                <a:solidFill>
                  <a:srgbClr val="A7A7A7"/>
                </a:solidFill>
                <a:effectLst/>
                <a:uLnTx/>
                <a:uFillTx/>
                <a:latin typeface="Calibri" panose="020F0502020204030204"/>
                <a:ea typeface="+mn-ea"/>
                <a:cs typeface="+mn-cs"/>
                <a:sym typeface="Roboto"/>
              </a:rPr>
              <a:t>Impetus Proprietary and Confidential</a:t>
            </a:r>
          </a:p>
        </p:txBody>
      </p:sp>
    </p:spTree>
    <p:extLst>
      <p:ext uri="{BB962C8B-B14F-4D97-AF65-F5344CB8AC3E}">
        <p14:creationId xmlns:p14="http://schemas.microsoft.com/office/powerpoint/2010/main" val="173283760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Lst>
  <p:txStyles>
    <p:titleStyle>
      <a:lvl1pPr algn="l" defTabSz="914400" rtl="0" eaLnBrk="1" latinLnBrk="0" hangingPunct="1">
        <a:lnSpc>
          <a:spcPct val="90000"/>
        </a:lnSpc>
        <a:spcBef>
          <a:spcPct val="0"/>
        </a:spcBef>
        <a:buNone/>
        <a:defRPr sz="4400" b="0" i="0" kern="1200">
          <a:solidFill>
            <a:schemeClr val="tx1"/>
          </a:solidFill>
          <a:latin typeface="Work Sans Light" pitchFamily="2" charset="77"/>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Work Sans Medium" pitchFamily="2" charset="77"/>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Work Sans Medium" pitchFamily="2" charset="77"/>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Work Sans Medium" pitchFamily="2" charset="77"/>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Work Sans Medium" pitchFamily="2" charset="77"/>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Work Sans Medium"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image" Target="../media/image8.png"/><Relationship Id="rId1" Type="http://schemas.openxmlformats.org/officeDocument/2006/relationships/slideLayout" Target="../slideLayouts/slideLayout8.xml"/><Relationship Id="rId6" Type="http://schemas.openxmlformats.org/officeDocument/2006/relationships/image" Target="../media/image12.png"/><Relationship Id="rId5" Type="http://schemas.openxmlformats.org/officeDocument/2006/relationships/image" Target="../media/image11.png"/><Relationship Id="rId10" Type="http://schemas.openxmlformats.org/officeDocument/2006/relationships/image" Target="../media/image16.png"/><Relationship Id="rId4" Type="http://schemas.openxmlformats.org/officeDocument/2006/relationships/image" Target="../media/image10.png"/><Relationship Id="rId9" Type="http://schemas.openxmlformats.org/officeDocument/2006/relationships/image" Target="../media/image15.png"/></Relationships>
</file>

<file path=ppt/slides/_rels/slide2.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9.png"/><Relationship Id="rId7" Type="http://schemas.openxmlformats.org/officeDocument/2006/relationships/image" Target="../media/image16.png"/><Relationship Id="rId2" Type="http://schemas.openxmlformats.org/officeDocument/2006/relationships/image" Target="../media/image8.png"/><Relationship Id="rId1" Type="http://schemas.openxmlformats.org/officeDocument/2006/relationships/slideLayout" Target="../slideLayouts/slideLayout8.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 Id="rId9" Type="http://schemas.openxmlformats.org/officeDocument/2006/relationships/image" Target="../media/image18.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C88EB0-4787-ED64-40A8-6C458CCC5EB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6CDF891-A811-CD09-638F-0C0649C0BCEE}"/>
              </a:ext>
            </a:extLst>
          </p:cNvPr>
          <p:cNvSpPr>
            <a:spLocks noGrp="1"/>
          </p:cNvSpPr>
          <p:nvPr>
            <p:ph type="title"/>
          </p:nvPr>
        </p:nvSpPr>
        <p:spPr/>
        <p:txBody>
          <a:bodyPr/>
          <a:lstStyle/>
          <a:p>
            <a:r>
              <a:rPr lang="en-US" dirty="0"/>
              <a:t>Documents Profiler</a:t>
            </a:r>
          </a:p>
        </p:txBody>
      </p:sp>
      <p:sp>
        <p:nvSpPr>
          <p:cNvPr id="6" name="Arrow: Right 5">
            <a:extLst>
              <a:ext uri="{FF2B5EF4-FFF2-40B4-BE49-F238E27FC236}">
                <a16:creationId xmlns:a16="http://schemas.microsoft.com/office/drawing/2014/main" id="{02411ED1-47BB-038D-171A-494C97EE8312}"/>
              </a:ext>
            </a:extLst>
          </p:cNvPr>
          <p:cNvSpPr/>
          <p:nvPr/>
        </p:nvSpPr>
        <p:spPr>
          <a:xfrm>
            <a:off x="1635037" y="2734315"/>
            <a:ext cx="208107" cy="254689"/>
          </a:xfrm>
          <a:prstGeom prst="rightArrow">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lnSpc>
                <a:spcPct val="107000"/>
              </a:lnSpc>
              <a:spcBef>
                <a:spcPts val="500"/>
              </a:spcBef>
              <a:spcAft>
                <a:spcPts val="400"/>
              </a:spcAft>
            </a:pPr>
            <a:endParaRPr lang="en-US" sz="475">
              <a:solidFill>
                <a:prstClr val="white"/>
              </a:solidFill>
              <a:latin typeface="Work Sans Light" pitchFamily="2" charset="77"/>
            </a:endParaRPr>
          </a:p>
        </p:txBody>
      </p:sp>
      <p:sp>
        <p:nvSpPr>
          <p:cNvPr id="7" name="Rectangle 6">
            <a:extLst>
              <a:ext uri="{FF2B5EF4-FFF2-40B4-BE49-F238E27FC236}">
                <a16:creationId xmlns:a16="http://schemas.microsoft.com/office/drawing/2014/main" id="{2F9A1FE3-127A-07C2-9E7C-7C18615EF3BD}"/>
              </a:ext>
            </a:extLst>
          </p:cNvPr>
          <p:cNvSpPr/>
          <p:nvPr/>
        </p:nvSpPr>
        <p:spPr>
          <a:xfrm>
            <a:off x="1997894" y="2326799"/>
            <a:ext cx="844697" cy="996553"/>
          </a:xfrm>
          <a:prstGeom prst="rect">
            <a:avLst/>
          </a:prstGeom>
          <a:noFill/>
          <a:ln w="15875" cap="flat" cmpd="dbl">
            <a:solidFill>
              <a:srgbClr val="FF3A24"/>
            </a:solid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ctr">
            <a:noAutofit/>
          </a:bodyPr>
          <a:lstStyle/>
          <a:p>
            <a:pPr hangingPunct="0"/>
            <a:endParaRPr lang="en-US" sz="1100">
              <a:solidFill>
                <a:srgbClr val="000000"/>
              </a:solidFill>
              <a:latin typeface="Calibri" panose="020F0502020204030204"/>
              <a:sym typeface="Arial"/>
            </a:endParaRPr>
          </a:p>
        </p:txBody>
      </p:sp>
      <p:sp>
        <p:nvSpPr>
          <p:cNvPr id="8" name="TextBox 7">
            <a:extLst>
              <a:ext uri="{FF2B5EF4-FFF2-40B4-BE49-F238E27FC236}">
                <a16:creationId xmlns:a16="http://schemas.microsoft.com/office/drawing/2014/main" id="{06755AD2-7DE0-2DA9-9016-BEA274B51A3B}"/>
              </a:ext>
            </a:extLst>
          </p:cNvPr>
          <p:cNvSpPr txBox="1"/>
          <p:nvPr/>
        </p:nvSpPr>
        <p:spPr>
          <a:xfrm>
            <a:off x="2033618" y="3365883"/>
            <a:ext cx="765587" cy="211855"/>
          </a:xfrm>
          <a:prstGeom prst="rect">
            <a:avLst/>
          </a:prstGeom>
          <a:noFill/>
          <a:effectLst/>
        </p:spPr>
        <p:txBody>
          <a:bodyPr wrap="square">
            <a:noAutofit/>
          </a:bodyPr>
          <a:lstStyle/>
          <a:p>
            <a:pPr algn="ctr" defTabSz="457200"/>
            <a:r>
              <a:rPr lang="en-US" sz="900" dirty="0">
                <a:solidFill>
                  <a:prstClr val="black">
                    <a:lumMod val="85000"/>
                    <a:lumOff val="15000"/>
                  </a:prstClr>
                </a:solidFill>
                <a:latin typeface="Work Sans Medium" pitchFamily="2" charset="0"/>
              </a:rPr>
              <a:t>Chunking</a:t>
            </a:r>
          </a:p>
        </p:txBody>
      </p:sp>
      <p:sp>
        <p:nvSpPr>
          <p:cNvPr id="15" name="TextBox 14">
            <a:extLst>
              <a:ext uri="{FF2B5EF4-FFF2-40B4-BE49-F238E27FC236}">
                <a16:creationId xmlns:a16="http://schemas.microsoft.com/office/drawing/2014/main" id="{71DF3160-39E3-EAA1-533F-04F39D448A2A}"/>
              </a:ext>
            </a:extLst>
          </p:cNvPr>
          <p:cNvSpPr txBox="1"/>
          <p:nvPr/>
        </p:nvSpPr>
        <p:spPr>
          <a:xfrm>
            <a:off x="937462" y="3469339"/>
            <a:ext cx="664186" cy="230832"/>
          </a:xfrm>
          <a:prstGeom prst="rect">
            <a:avLst/>
          </a:prstGeom>
          <a:noFill/>
        </p:spPr>
        <p:txBody>
          <a:bodyPr wrap="square">
            <a:spAutoFit/>
          </a:bodyPr>
          <a:lstStyle/>
          <a:p>
            <a:pPr algn="ctr" defTabSz="457200"/>
            <a:r>
              <a:rPr lang="en-US" sz="900" dirty="0">
                <a:solidFill>
                  <a:prstClr val="black"/>
                </a:solidFill>
                <a:latin typeface="Work Sans Medium"/>
              </a:rPr>
              <a:t>Inputs</a:t>
            </a:r>
          </a:p>
        </p:txBody>
      </p:sp>
      <p:sp>
        <p:nvSpPr>
          <p:cNvPr id="20" name="Arrow: Right 19">
            <a:extLst>
              <a:ext uri="{FF2B5EF4-FFF2-40B4-BE49-F238E27FC236}">
                <a16:creationId xmlns:a16="http://schemas.microsoft.com/office/drawing/2014/main" id="{608CB333-62BF-066D-A6DE-E209D940BD3C}"/>
              </a:ext>
            </a:extLst>
          </p:cNvPr>
          <p:cNvSpPr/>
          <p:nvPr/>
        </p:nvSpPr>
        <p:spPr>
          <a:xfrm>
            <a:off x="4883746" y="2732683"/>
            <a:ext cx="208107" cy="254689"/>
          </a:xfrm>
          <a:prstGeom prst="rightArrow">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lnSpc>
                <a:spcPct val="107000"/>
              </a:lnSpc>
              <a:spcBef>
                <a:spcPts val="500"/>
              </a:spcBef>
              <a:spcAft>
                <a:spcPts val="400"/>
              </a:spcAft>
            </a:pPr>
            <a:endParaRPr lang="en-US" sz="475">
              <a:solidFill>
                <a:prstClr val="white"/>
              </a:solidFill>
              <a:latin typeface="Work Sans Light" pitchFamily="2" charset="77"/>
            </a:endParaRPr>
          </a:p>
        </p:txBody>
      </p:sp>
      <p:pic>
        <p:nvPicPr>
          <p:cNvPr id="37" name="Picture 36" descr="A black background with a black square&#10;&#10;Description automatically generated with medium confidence">
            <a:extLst>
              <a:ext uri="{FF2B5EF4-FFF2-40B4-BE49-F238E27FC236}">
                <a16:creationId xmlns:a16="http://schemas.microsoft.com/office/drawing/2014/main" id="{2D908612-830B-4DDA-DE47-CCA1E9D8A72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37462" y="4666056"/>
            <a:ext cx="459844" cy="512323"/>
          </a:xfrm>
          <a:prstGeom prst="rect">
            <a:avLst/>
          </a:prstGeom>
        </p:spPr>
      </p:pic>
      <p:pic>
        <p:nvPicPr>
          <p:cNvPr id="38" name="Picture 37" descr="A black background with a black square&#10;&#10;Description automatically generated with medium confidence">
            <a:extLst>
              <a:ext uri="{FF2B5EF4-FFF2-40B4-BE49-F238E27FC236}">
                <a16:creationId xmlns:a16="http://schemas.microsoft.com/office/drawing/2014/main" id="{1F91FFB1-F83B-797E-FB0D-5A1EA019CAD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852073" y="4822239"/>
            <a:ext cx="366329" cy="408135"/>
          </a:xfrm>
          <a:prstGeom prst="rect">
            <a:avLst/>
          </a:prstGeom>
        </p:spPr>
      </p:pic>
      <p:grpSp>
        <p:nvGrpSpPr>
          <p:cNvPr id="1083" name="Group 1082">
            <a:extLst>
              <a:ext uri="{FF2B5EF4-FFF2-40B4-BE49-F238E27FC236}">
                <a16:creationId xmlns:a16="http://schemas.microsoft.com/office/drawing/2014/main" id="{5D714E3C-369B-F112-53CC-454BB3A3923D}"/>
              </a:ext>
            </a:extLst>
          </p:cNvPr>
          <p:cNvGrpSpPr/>
          <p:nvPr/>
        </p:nvGrpSpPr>
        <p:grpSpPr>
          <a:xfrm>
            <a:off x="3276108" y="2321725"/>
            <a:ext cx="1478723" cy="1235700"/>
            <a:chOff x="3069274" y="2321725"/>
            <a:chExt cx="1478723" cy="1235700"/>
          </a:xfrm>
        </p:grpSpPr>
        <p:sp>
          <p:nvSpPr>
            <p:cNvPr id="17" name="TextBox 16">
              <a:extLst>
                <a:ext uri="{FF2B5EF4-FFF2-40B4-BE49-F238E27FC236}">
                  <a16:creationId xmlns:a16="http://schemas.microsoft.com/office/drawing/2014/main" id="{31556485-020B-BDF1-E635-CE0A35B8F240}"/>
                </a:ext>
              </a:extLst>
            </p:cNvPr>
            <p:cNvSpPr txBox="1"/>
            <p:nvPr/>
          </p:nvSpPr>
          <p:spPr>
            <a:xfrm>
              <a:off x="3210176" y="3363957"/>
              <a:ext cx="1196918" cy="193468"/>
            </a:xfrm>
            <a:prstGeom prst="rect">
              <a:avLst/>
            </a:prstGeom>
            <a:noFill/>
            <a:effectLst/>
          </p:spPr>
          <p:txBody>
            <a:bodyPr wrap="square">
              <a:noAutofit/>
            </a:bodyPr>
            <a:lstStyle/>
            <a:p>
              <a:pPr algn="ctr" defTabSz="457200"/>
              <a:r>
                <a:rPr lang="en-US" sz="900" dirty="0">
                  <a:solidFill>
                    <a:prstClr val="black">
                      <a:lumMod val="85000"/>
                      <a:lumOff val="15000"/>
                    </a:prstClr>
                  </a:solidFill>
                  <a:latin typeface="Work Sans Medium" pitchFamily="2" charset="0"/>
                </a:rPr>
                <a:t>Embeddings</a:t>
              </a:r>
            </a:p>
          </p:txBody>
        </p:sp>
        <p:grpSp>
          <p:nvGrpSpPr>
            <p:cNvPr id="247" name="Group 246">
              <a:extLst>
                <a:ext uri="{FF2B5EF4-FFF2-40B4-BE49-F238E27FC236}">
                  <a16:creationId xmlns:a16="http://schemas.microsoft.com/office/drawing/2014/main" id="{3DA50569-5E73-285B-8DB0-B0BE0D7EE177}"/>
                </a:ext>
              </a:extLst>
            </p:cNvPr>
            <p:cNvGrpSpPr/>
            <p:nvPr/>
          </p:nvGrpSpPr>
          <p:grpSpPr>
            <a:xfrm>
              <a:off x="3189778" y="2550934"/>
              <a:ext cx="1282568" cy="536651"/>
              <a:chOff x="6883603" y="9274415"/>
              <a:chExt cx="2565135" cy="1073301"/>
            </a:xfrm>
          </p:grpSpPr>
          <p:grpSp>
            <p:nvGrpSpPr>
              <p:cNvPr id="72" name="Group 71">
                <a:extLst>
                  <a:ext uri="{FF2B5EF4-FFF2-40B4-BE49-F238E27FC236}">
                    <a16:creationId xmlns:a16="http://schemas.microsoft.com/office/drawing/2014/main" id="{EBEE0035-84C3-6F5F-8513-09B49344D720}"/>
                  </a:ext>
                </a:extLst>
              </p:cNvPr>
              <p:cNvGrpSpPr/>
              <p:nvPr/>
            </p:nvGrpSpPr>
            <p:grpSpPr>
              <a:xfrm>
                <a:off x="6883603" y="9274415"/>
                <a:ext cx="1955535" cy="394131"/>
                <a:chOff x="11026632" y="6764694"/>
                <a:chExt cx="1955535" cy="353759"/>
              </a:xfrm>
            </p:grpSpPr>
            <p:sp>
              <p:nvSpPr>
                <p:cNvPr id="103" name="Rectangle 102">
                  <a:extLst>
                    <a:ext uri="{FF2B5EF4-FFF2-40B4-BE49-F238E27FC236}">
                      <a16:creationId xmlns:a16="http://schemas.microsoft.com/office/drawing/2014/main" id="{9129545C-5A1E-D609-4965-C5FEB14F8207}"/>
                    </a:ext>
                  </a:extLst>
                </p:cNvPr>
                <p:cNvSpPr/>
                <p:nvPr/>
              </p:nvSpPr>
              <p:spPr>
                <a:xfrm>
                  <a:off x="11026632" y="6771152"/>
                  <a:ext cx="355743" cy="347301"/>
                </a:xfrm>
                <a:prstGeom prst="rect">
                  <a:avLst/>
                </a:prstGeom>
                <a:solidFill>
                  <a:srgbClr val="F7EEED"/>
                </a:solidFill>
                <a:ln w="15875" cap="flat" cmpd="dbl">
                  <a:solidFill>
                    <a:srgbClr val="FF3A24"/>
                  </a:solid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ctr">
                  <a:noAutofit/>
                </a:bodyPr>
                <a:lstStyle/>
                <a:p>
                  <a:pPr hangingPunct="0"/>
                  <a:r>
                    <a:rPr lang="en-US" sz="525">
                      <a:solidFill>
                        <a:srgbClr val="000000"/>
                      </a:solidFill>
                      <a:latin typeface="Calibri" panose="020F0502020204030204"/>
                      <a:sym typeface="Arial"/>
                    </a:rPr>
                    <a:t>0.5</a:t>
                  </a:r>
                </a:p>
              </p:txBody>
            </p:sp>
            <p:sp>
              <p:nvSpPr>
                <p:cNvPr id="104" name="Rectangle 103">
                  <a:extLst>
                    <a:ext uri="{FF2B5EF4-FFF2-40B4-BE49-F238E27FC236}">
                      <a16:creationId xmlns:a16="http://schemas.microsoft.com/office/drawing/2014/main" id="{805C8A2A-58D8-8552-3C78-3797E5EDBC3E}"/>
                    </a:ext>
                  </a:extLst>
                </p:cNvPr>
                <p:cNvSpPr/>
                <p:nvPr/>
              </p:nvSpPr>
              <p:spPr>
                <a:xfrm>
                  <a:off x="11426580" y="6771152"/>
                  <a:ext cx="355743" cy="347301"/>
                </a:xfrm>
                <a:prstGeom prst="rect">
                  <a:avLst/>
                </a:prstGeom>
                <a:solidFill>
                  <a:srgbClr val="F7EEED"/>
                </a:solidFill>
                <a:ln w="15875" cap="flat" cmpd="dbl">
                  <a:solidFill>
                    <a:srgbClr val="FF3A24"/>
                  </a:solid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ctr">
                  <a:noAutofit/>
                </a:bodyPr>
                <a:lstStyle/>
                <a:p>
                  <a:pPr hangingPunct="0"/>
                  <a:r>
                    <a:rPr lang="en-US" sz="525">
                      <a:solidFill>
                        <a:srgbClr val="000000"/>
                      </a:solidFill>
                      <a:latin typeface="Calibri" panose="020F0502020204030204"/>
                      <a:sym typeface="Arial"/>
                    </a:rPr>
                    <a:t>0.7</a:t>
                  </a:r>
                </a:p>
              </p:txBody>
            </p:sp>
            <p:sp>
              <p:nvSpPr>
                <p:cNvPr id="105" name="Rectangle 104">
                  <a:extLst>
                    <a:ext uri="{FF2B5EF4-FFF2-40B4-BE49-F238E27FC236}">
                      <a16:creationId xmlns:a16="http://schemas.microsoft.com/office/drawing/2014/main" id="{7CCFB804-45DC-ECC4-C82F-770C7ABE95BA}"/>
                    </a:ext>
                  </a:extLst>
                </p:cNvPr>
                <p:cNvSpPr/>
                <p:nvPr/>
              </p:nvSpPr>
              <p:spPr>
                <a:xfrm>
                  <a:off x="11826528" y="6771152"/>
                  <a:ext cx="355743" cy="347301"/>
                </a:xfrm>
                <a:prstGeom prst="rect">
                  <a:avLst/>
                </a:prstGeom>
                <a:solidFill>
                  <a:srgbClr val="F7EEED"/>
                </a:solidFill>
                <a:ln w="15875" cap="flat" cmpd="dbl">
                  <a:solidFill>
                    <a:srgbClr val="FF3A24"/>
                  </a:solid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ctr">
                  <a:noAutofit/>
                </a:bodyPr>
                <a:lstStyle/>
                <a:p>
                  <a:pPr hangingPunct="0"/>
                  <a:r>
                    <a:rPr lang="en-US" sz="525">
                      <a:solidFill>
                        <a:srgbClr val="000000"/>
                      </a:solidFill>
                      <a:latin typeface="Calibri" panose="020F0502020204030204"/>
                      <a:sym typeface="Arial"/>
                    </a:rPr>
                    <a:t>0.8</a:t>
                  </a:r>
                </a:p>
              </p:txBody>
            </p:sp>
            <p:sp>
              <p:nvSpPr>
                <p:cNvPr id="106" name="Rectangle 105">
                  <a:extLst>
                    <a:ext uri="{FF2B5EF4-FFF2-40B4-BE49-F238E27FC236}">
                      <a16:creationId xmlns:a16="http://schemas.microsoft.com/office/drawing/2014/main" id="{59115E70-BCA4-F28F-FB43-7D7BEC34195C}"/>
                    </a:ext>
                  </a:extLst>
                </p:cNvPr>
                <p:cNvSpPr/>
                <p:nvPr/>
              </p:nvSpPr>
              <p:spPr>
                <a:xfrm>
                  <a:off x="12226476" y="6771152"/>
                  <a:ext cx="355743" cy="347301"/>
                </a:xfrm>
                <a:prstGeom prst="rect">
                  <a:avLst/>
                </a:prstGeom>
                <a:solidFill>
                  <a:srgbClr val="F7EEED"/>
                </a:solidFill>
                <a:ln w="15875" cap="flat" cmpd="dbl">
                  <a:solidFill>
                    <a:srgbClr val="FF3A24"/>
                  </a:solid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ctr">
                  <a:noAutofit/>
                </a:bodyPr>
                <a:lstStyle/>
                <a:p>
                  <a:pPr hangingPunct="0"/>
                  <a:r>
                    <a:rPr lang="en-US" sz="525">
                      <a:solidFill>
                        <a:srgbClr val="000000"/>
                      </a:solidFill>
                      <a:latin typeface="Calibri" panose="020F0502020204030204"/>
                      <a:sym typeface="Arial"/>
                    </a:rPr>
                    <a:t>0.3</a:t>
                  </a:r>
                </a:p>
              </p:txBody>
            </p:sp>
            <p:sp>
              <p:nvSpPr>
                <p:cNvPr id="107" name="Rectangle 106">
                  <a:extLst>
                    <a:ext uri="{FF2B5EF4-FFF2-40B4-BE49-F238E27FC236}">
                      <a16:creationId xmlns:a16="http://schemas.microsoft.com/office/drawing/2014/main" id="{CA4097DE-516D-B0A9-09EB-A464F96FEE3A}"/>
                    </a:ext>
                  </a:extLst>
                </p:cNvPr>
                <p:cNvSpPr/>
                <p:nvPr/>
              </p:nvSpPr>
              <p:spPr>
                <a:xfrm>
                  <a:off x="12626424" y="6771152"/>
                  <a:ext cx="355743" cy="347301"/>
                </a:xfrm>
                <a:prstGeom prst="rect">
                  <a:avLst/>
                </a:prstGeom>
                <a:solidFill>
                  <a:srgbClr val="F7EEED"/>
                </a:solidFill>
                <a:ln w="15875" cap="flat" cmpd="dbl">
                  <a:solidFill>
                    <a:srgbClr val="FF3A24"/>
                  </a:solid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ctr">
                  <a:noAutofit/>
                </a:bodyPr>
                <a:lstStyle/>
                <a:p>
                  <a:pPr hangingPunct="0"/>
                  <a:r>
                    <a:rPr lang="en-US" sz="525">
                      <a:solidFill>
                        <a:srgbClr val="000000"/>
                      </a:solidFill>
                      <a:latin typeface="Calibri" panose="020F0502020204030204"/>
                      <a:sym typeface="Arial"/>
                    </a:rPr>
                    <a:t>0.9</a:t>
                  </a:r>
                </a:p>
              </p:txBody>
            </p:sp>
            <p:sp>
              <p:nvSpPr>
                <p:cNvPr id="223" name="Rectangle 222">
                  <a:extLst>
                    <a:ext uri="{FF2B5EF4-FFF2-40B4-BE49-F238E27FC236}">
                      <a16:creationId xmlns:a16="http://schemas.microsoft.com/office/drawing/2014/main" id="{A8019257-D31C-F260-B8E4-3EE9316FC75E}"/>
                    </a:ext>
                  </a:extLst>
                </p:cNvPr>
                <p:cNvSpPr/>
                <p:nvPr/>
              </p:nvSpPr>
              <p:spPr>
                <a:xfrm>
                  <a:off x="11059238" y="6764694"/>
                  <a:ext cx="355743" cy="347301"/>
                </a:xfrm>
                <a:prstGeom prst="rect">
                  <a:avLst/>
                </a:prstGeom>
                <a:solidFill>
                  <a:srgbClr val="F7EEED"/>
                </a:solidFill>
                <a:ln w="15875" cap="flat" cmpd="dbl">
                  <a:solidFill>
                    <a:srgbClr val="FF3A24"/>
                  </a:solid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ctr">
                  <a:noAutofit/>
                </a:bodyPr>
                <a:lstStyle/>
                <a:p>
                  <a:pPr hangingPunct="0"/>
                  <a:r>
                    <a:rPr lang="en-US" sz="525">
                      <a:solidFill>
                        <a:srgbClr val="000000"/>
                      </a:solidFill>
                      <a:latin typeface="Calibri" panose="020F0502020204030204"/>
                      <a:sym typeface="Arial"/>
                    </a:rPr>
                    <a:t>0.5</a:t>
                  </a:r>
                </a:p>
              </p:txBody>
            </p:sp>
            <p:sp>
              <p:nvSpPr>
                <p:cNvPr id="224" name="Rectangle 223">
                  <a:extLst>
                    <a:ext uri="{FF2B5EF4-FFF2-40B4-BE49-F238E27FC236}">
                      <a16:creationId xmlns:a16="http://schemas.microsoft.com/office/drawing/2014/main" id="{DA0FDB6C-59CE-51E6-74F9-BF5B48294DA2}"/>
                    </a:ext>
                  </a:extLst>
                </p:cNvPr>
                <p:cNvSpPr/>
                <p:nvPr/>
              </p:nvSpPr>
              <p:spPr>
                <a:xfrm>
                  <a:off x="11459186" y="6764694"/>
                  <a:ext cx="355743" cy="347301"/>
                </a:xfrm>
                <a:prstGeom prst="rect">
                  <a:avLst/>
                </a:prstGeom>
                <a:solidFill>
                  <a:srgbClr val="F7EEED"/>
                </a:solidFill>
                <a:ln w="15875" cap="flat" cmpd="dbl">
                  <a:solidFill>
                    <a:srgbClr val="FF3A24"/>
                  </a:solid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ctr">
                  <a:noAutofit/>
                </a:bodyPr>
                <a:lstStyle/>
                <a:p>
                  <a:pPr hangingPunct="0"/>
                  <a:r>
                    <a:rPr lang="en-US" sz="525">
                      <a:solidFill>
                        <a:srgbClr val="000000"/>
                      </a:solidFill>
                      <a:latin typeface="Calibri" panose="020F0502020204030204"/>
                      <a:sym typeface="Arial"/>
                    </a:rPr>
                    <a:t>0.7</a:t>
                  </a:r>
                </a:p>
              </p:txBody>
            </p:sp>
          </p:grpSp>
          <p:grpSp>
            <p:nvGrpSpPr>
              <p:cNvPr id="73" name="Group 72">
                <a:extLst>
                  <a:ext uri="{FF2B5EF4-FFF2-40B4-BE49-F238E27FC236}">
                    <a16:creationId xmlns:a16="http://schemas.microsoft.com/office/drawing/2014/main" id="{1C676A3A-AF14-894C-D1F0-24E47A8B4EC4}"/>
                  </a:ext>
                </a:extLst>
              </p:cNvPr>
              <p:cNvGrpSpPr/>
              <p:nvPr/>
            </p:nvGrpSpPr>
            <p:grpSpPr>
              <a:xfrm>
                <a:off x="7036003" y="9396774"/>
                <a:ext cx="1955535" cy="441566"/>
                <a:chOff x="11026632" y="6722119"/>
                <a:chExt cx="1955535" cy="396335"/>
              </a:xfrm>
            </p:grpSpPr>
            <p:sp>
              <p:nvSpPr>
                <p:cNvPr id="98" name="Rectangle 97">
                  <a:extLst>
                    <a:ext uri="{FF2B5EF4-FFF2-40B4-BE49-F238E27FC236}">
                      <a16:creationId xmlns:a16="http://schemas.microsoft.com/office/drawing/2014/main" id="{6B5B7C91-6995-AA13-1A9D-36EB2230F2C1}"/>
                    </a:ext>
                  </a:extLst>
                </p:cNvPr>
                <p:cNvSpPr/>
                <p:nvPr/>
              </p:nvSpPr>
              <p:spPr>
                <a:xfrm>
                  <a:off x="11026632" y="6771152"/>
                  <a:ext cx="355743" cy="347301"/>
                </a:xfrm>
                <a:prstGeom prst="rect">
                  <a:avLst/>
                </a:prstGeom>
                <a:solidFill>
                  <a:srgbClr val="F7EEED"/>
                </a:solidFill>
                <a:ln w="15875" cap="flat" cmpd="dbl">
                  <a:solidFill>
                    <a:srgbClr val="FF3A24"/>
                  </a:solid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ctr">
                  <a:noAutofit/>
                </a:bodyPr>
                <a:lstStyle/>
                <a:p>
                  <a:pPr hangingPunct="0"/>
                  <a:r>
                    <a:rPr lang="en-US" sz="525">
                      <a:solidFill>
                        <a:srgbClr val="000000"/>
                      </a:solidFill>
                      <a:latin typeface="Calibri" panose="020F0502020204030204"/>
                      <a:sym typeface="Arial"/>
                    </a:rPr>
                    <a:t>0.5</a:t>
                  </a:r>
                </a:p>
              </p:txBody>
            </p:sp>
            <p:sp>
              <p:nvSpPr>
                <p:cNvPr id="99" name="Rectangle 98">
                  <a:extLst>
                    <a:ext uri="{FF2B5EF4-FFF2-40B4-BE49-F238E27FC236}">
                      <a16:creationId xmlns:a16="http://schemas.microsoft.com/office/drawing/2014/main" id="{A2FAE8E4-6A05-18D6-98AF-B4408F473609}"/>
                    </a:ext>
                  </a:extLst>
                </p:cNvPr>
                <p:cNvSpPr/>
                <p:nvPr/>
              </p:nvSpPr>
              <p:spPr>
                <a:xfrm>
                  <a:off x="11426580" y="6771153"/>
                  <a:ext cx="355743" cy="347301"/>
                </a:xfrm>
                <a:prstGeom prst="rect">
                  <a:avLst/>
                </a:prstGeom>
                <a:solidFill>
                  <a:srgbClr val="F7EEED"/>
                </a:solidFill>
                <a:ln w="15875" cap="flat" cmpd="dbl">
                  <a:solidFill>
                    <a:srgbClr val="FF3A24"/>
                  </a:solid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ctr">
                  <a:noAutofit/>
                </a:bodyPr>
                <a:lstStyle/>
                <a:p>
                  <a:pPr hangingPunct="0"/>
                  <a:r>
                    <a:rPr lang="en-US" sz="525">
                      <a:solidFill>
                        <a:srgbClr val="000000"/>
                      </a:solidFill>
                      <a:latin typeface="Calibri" panose="020F0502020204030204"/>
                      <a:sym typeface="Arial"/>
                    </a:rPr>
                    <a:t>0.7</a:t>
                  </a:r>
                </a:p>
              </p:txBody>
            </p:sp>
            <p:sp>
              <p:nvSpPr>
                <p:cNvPr id="100" name="Rectangle 99">
                  <a:extLst>
                    <a:ext uri="{FF2B5EF4-FFF2-40B4-BE49-F238E27FC236}">
                      <a16:creationId xmlns:a16="http://schemas.microsoft.com/office/drawing/2014/main" id="{50A8E023-5C39-8BFC-FA02-392F0570F3C1}"/>
                    </a:ext>
                  </a:extLst>
                </p:cNvPr>
                <p:cNvSpPr/>
                <p:nvPr/>
              </p:nvSpPr>
              <p:spPr>
                <a:xfrm>
                  <a:off x="11826528" y="6771152"/>
                  <a:ext cx="355743" cy="347301"/>
                </a:xfrm>
                <a:prstGeom prst="rect">
                  <a:avLst/>
                </a:prstGeom>
                <a:solidFill>
                  <a:srgbClr val="F7EEED"/>
                </a:solidFill>
                <a:ln w="15875" cap="flat" cmpd="dbl">
                  <a:solidFill>
                    <a:srgbClr val="FF3A24"/>
                  </a:solid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ctr">
                  <a:noAutofit/>
                </a:bodyPr>
                <a:lstStyle/>
                <a:p>
                  <a:pPr hangingPunct="0"/>
                  <a:r>
                    <a:rPr lang="en-US" sz="525">
                      <a:solidFill>
                        <a:srgbClr val="000000"/>
                      </a:solidFill>
                      <a:latin typeface="Calibri" panose="020F0502020204030204"/>
                      <a:sym typeface="Arial"/>
                    </a:rPr>
                    <a:t>0.8</a:t>
                  </a:r>
                </a:p>
              </p:txBody>
            </p:sp>
            <p:sp>
              <p:nvSpPr>
                <p:cNvPr id="101" name="Rectangle 100">
                  <a:extLst>
                    <a:ext uri="{FF2B5EF4-FFF2-40B4-BE49-F238E27FC236}">
                      <a16:creationId xmlns:a16="http://schemas.microsoft.com/office/drawing/2014/main" id="{68283E5D-6702-CEF6-BE3E-767235833AD4}"/>
                    </a:ext>
                  </a:extLst>
                </p:cNvPr>
                <p:cNvSpPr/>
                <p:nvPr/>
              </p:nvSpPr>
              <p:spPr>
                <a:xfrm>
                  <a:off x="12226476" y="6722119"/>
                  <a:ext cx="355743" cy="347301"/>
                </a:xfrm>
                <a:prstGeom prst="rect">
                  <a:avLst/>
                </a:prstGeom>
                <a:solidFill>
                  <a:srgbClr val="F7EEED"/>
                </a:solidFill>
                <a:ln w="15875" cap="flat" cmpd="dbl">
                  <a:solidFill>
                    <a:srgbClr val="FF3A24"/>
                  </a:solid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ctr">
                  <a:noAutofit/>
                </a:bodyPr>
                <a:lstStyle/>
                <a:p>
                  <a:pPr hangingPunct="0"/>
                  <a:r>
                    <a:rPr lang="en-US" sz="525">
                      <a:solidFill>
                        <a:srgbClr val="000000"/>
                      </a:solidFill>
                      <a:latin typeface="Calibri" panose="020F0502020204030204"/>
                      <a:sym typeface="Arial"/>
                    </a:rPr>
                    <a:t>0.3</a:t>
                  </a:r>
                </a:p>
              </p:txBody>
            </p:sp>
            <p:sp>
              <p:nvSpPr>
                <p:cNvPr id="102" name="Rectangle 101">
                  <a:extLst>
                    <a:ext uri="{FF2B5EF4-FFF2-40B4-BE49-F238E27FC236}">
                      <a16:creationId xmlns:a16="http://schemas.microsoft.com/office/drawing/2014/main" id="{D9717A3A-9653-393C-145F-91469E45242D}"/>
                    </a:ext>
                  </a:extLst>
                </p:cNvPr>
                <p:cNvSpPr/>
                <p:nvPr/>
              </p:nvSpPr>
              <p:spPr>
                <a:xfrm>
                  <a:off x="12626424" y="6771152"/>
                  <a:ext cx="355743" cy="347301"/>
                </a:xfrm>
                <a:prstGeom prst="rect">
                  <a:avLst/>
                </a:prstGeom>
                <a:solidFill>
                  <a:srgbClr val="F7EEED"/>
                </a:solidFill>
                <a:ln w="15875" cap="flat" cmpd="dbl">
                  <a:solidFill>
                    <a:srgbClr val="FF3A24"/>
                  </a:solid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ctr">
                  <a:noAutofit/>
                </a:bodyPr>
                <a:lstStyle/>
                <a:p>
                  <a:pPr hangingPunct="0"/>
                  <a:r>
                    <a:rPr lang="en-US" sz="525">
                      <a:solidFill>
                        <a:srgbClr val="000000"/>
                      </a:solidFill>
                      <a:latin typeface="Calibri" panose="020F0502020204030204"/>
                      <a:sym typeface="Arial"/>
                    </a:rPr>
                    <a:t>0.9</a:t>
                  </a:r>
                </a:p>
              </p:txBody>
            </p:sp>
          </p:grpSp>
          <p:grpSp>
            <p:nvGrpSpPr>
              <p:cNvPr id="74" name="Group 73">
                <a:extLst>
                  <a:ext uri="{FF2B5EF4-FFF2-40B4-BE49-F238E27FC236}">
                    <a16:creationId xmlns:a16="http://schemas.microsoft.com/office/drawing/2014/main" id="{2CEC419D-5115-3C4B-938F-2A65183D10CA}"/>
                  </a:ext>
                </a:extLst>
              </p:cNvPr>
              <p:cNvGrpSpPr/>
              <p:nvPr/>
            </p:nvGrpSpPr>
            <p:grpSpPr>
              <a:xfrm>
                <a:off x="7183984" y="9621195"/>
                <a:ext cx="1955535" cy="386936"/>
                <a:chOff x="11026632" y="6771152"/>
                <a:chExt cx="1955535" cy="347301"/>
              </a:xfrm>
            </p:grpSpPr>
            <p:sp>
              <p:nvSpPr>
                <p:cNvPr id="93" name="Rectangle 92">
                  <a:extLst>
                    <a:ext uri="{FF2B5EF4-FFF2-40B4-BE49-F238E27FC236}">
                      <a16:creationId xmlns:a16="http://schemas.microsoft.com/office/drawing/2014/main" id="{7797A006-591E-6281-FD41-B31F30E438E6}"/>
                    </a:ext>
                  </a:extLst>
                </p:cNvPr>
                <p:cNvSpPr/>
                <p:nvPr/>
              </p:nvSpPr>
              <p:spPr>
                <a:xfrm>
                  <a:off x="11026632" y="6771152"/>
                  <a:ext cx="355743" cy="347301"/>
                </a:xfrm>
                <a:prstGeom prst="rect">
                  <a:avLst/>
                </a:prstGeom>
                <a:solidFill>
                  <a:srgbClr val="F7EEED"/>
                </a:solidFill>
                <a:ln w="15875" cap="flat" cmpd="dbl">
                  <a:solidFill>
                    <a:srgbClr val="FF3A24"/>
                  </a:solid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ctr">
                  <a:noAutofit/>
                </a:bodyPr>
                <a:lstStyle/>
                <a:p>
                  <a:pPr hangingPunct="0"/>
                  <a:r>
                    <a:rPr lang="en-US" sz="525">
                      <a:solidFill>
                        <a:srgbClr val="000000"/>
                      </a:solidFill>
                      <a:latin typeface="Calibri" panose="020F0502020204030204"/>
                      <a:sym typeface="Arial"/>
                    </a:rPr>
                    <a:t>0.5</a:t>
                  </a:r>
                </a:p>
              </p:txBody>
            </p:sp>
            <p:sp>
              <p:nvSpPr>
                <p:cNvPr id="94" name="Rectangle 93">
                  <a:extLst>
                    <a:ext uri="{FF2B5EF4-FFF2-40B4-BE49-F238E27FC236}">
                      <a16:creationId xmlns:a16="http://schemas.microsoft.com/office/drawing/2014/main" id="{49D09D3F-0832-8EA9-A2F8-6CAAAA0718A1}"/>
                    </a:ext>
                  </a:extLst>
                </p:cNvPr>
                <p:cNvSpPr/>
                <p:nvPr/>
              </p:nvSpPr>
              <p:spPr>
                <a:xfrm>
                  <a:off x="11426580" y="6771152"/>
                  <a:ext cx="355743" cy="347301"/>
                </a:xfrm>
                <a:prstGeom prst="rect">
                  <a:avLst/>
                </a:prstGeom>
                <a:solidFill>
                  <a:srgbClr val="F7EEED"/>
                </a:solidFill>
                <a:ln w="15875" cap="flat" cmpd="dbl">
                  <a:solidFill>
                    <a:srgbClr val="FF3A24"/>
                  </a:solid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ctr">
                  <a:noAutofit/>
                </a:bodyPr>
                <a:lstStyle/>
                <a:p>
                  <a:pPr hangingPunct="0"/>
                  <a:r>
                    <a:rPr lang="en-US" sz="525">
                      <a:solidFill>
                        <a:srgbClr val="000000"/>
                      </a:solidFill>
                      <a:latin typeface="Calibri" panose="020F0502020204030204"/>
                      <a:sym typeface="Arial"/>
                    </a:rPr>
                    <a:t>0.7</a:t>
                  </a:r>
                </a:p>
              </p:txBody>
            </p:sp>
            <p:sp>
              <p:nvSpPr>
                <p:cNvPr id="95" name="Rectangle 94">
                  <a:extLst>
                    <a:ext uri="{FF2B5EF4-FFF2-40B4-BE49-F238E27FC236}">
                      <a16:creationId xmlns:a16="http://schemas.microsoft.com/office/drawing/2014/main" id="{4B963BF7-961A-5E46-0E5C-AF598DEC2069}"/>
                    </a:ext>
                  </a:extLst>
                </p:cNvPr>
                <p:cNvSpPr/>
                <p:nvPr/>
              </p:nvSpPr>
              <p:spPr>
                <a:xfrm>
                  <a:off x="11826528" y="6771152"/>
                  <a:ext cx="355743" cy="347301"/>
                </a:xfrm>
                <a:prstGeom prst="rect">
                  <a:avLst/>
                </a:prstGeom>
                <a:solidFill>
                  <a:srgbClr val="F7EEED"/>
                </a:solidFill>
                <a:ln w="15875" cap="flat" cmpd="dbl">
                  <a:solidFill>
                    <a:srgbClr val="FF3A24"/>
                  </a:solid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ctr">
                  <a:noAutofit/>
                </a:bodyPr>
                <a:lstStyle/>
                <a:p>
                  <a:pPr hangingPunct="0"/>
                  <a:r>
                    <a:rPr lang="en-US" sz="525">
                      <a:solidFill>
                        <a:srgbClr val="000000"/>
                      </a:solidFill>
                      <a:latin typeface="Calibri" panose="020F0502020204030204"/>
                      <a:sym typeface="Arial"/>
                    </a:rPr>
                    <a:t>0.8</a:t>
                  </a:r>
                </a:p>
              </p:txBody>
            </p:sp>
            <p:sp>
              <p:nvSpPr>
                <p:cNvPr id="96" name="Rectangle 95">
                  <a:extLst>
                    <a:ext uri="{FF2B5EF4-FFF2-40B4-BE49-F238E27FC236}">
                      <a16:creationId xmlns:a16="http://schemas.microsoft.com/office/drawing/2014/main" id="{046D4C66-7035-3664-742D-CC666C9F3D87}"/>
                    </a:ext>
                  </a:extLst>
                </p:cNvPr>
                <p:cNvSpPr/>
                <p:nvPr/>
              </p:nvSpPr>
              <p:spPr>
                <a:xfrm>
                  <a:off x="12226476" y="6771152"/>
                  <a:ext cx="355743" cy="347301"/>
                </a:xfrm>
                <a:prstGeom prst="rect">
                  <a:avLst/>
                </a:prstGeom>
                <a:solidFill>
                  <a:srgbClr val="F7EEED"/>
                </a:solidFill>
                <a:ln w="15875" cap="flat" cmpd="dbl">
                  <a:solidFill>
                    <a:srgbClr val="FF3A24"/>
                  </a:solid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ctr">
                  <a:noAutofit/>
                </a:bodyPr>
                <a:lstStyle/>
                <a:p>
                  <a:pPr hangingPunct="0"/>
                  <a:r>
                    <a:rPr lang="en-US" sz="525">
                      <a:solidFill>
                        <a:srgbClr val="000000"/>
                      </a:solidFill>
                      <a:latin typeface="Calibri" panose="020F0502020204030204"/>
                      <a:sym typeface="Arial"/>
                    </a:rPr>
                    <a:t>0.3</a:t>
                  </a:r>
                </a:p>
              </p:txBody>
            </p:sp>
            <p:sp>
              <p:nvSpPr>
                <p:cNvPr id="97" name="Rectangle 96">
                  <a:extLst>
                    <a:ext uri="{FF2B5EF4-FFF2-40B4-BE49-F238E27FC236}">
                      <a16:creationId xmlns:a16="http://schemas.microsoft.com/office/drawing/2014/main" id="{E0F22C59-E6CA-21D3-7F33-5FA33A8098B7}"/>
                    </a:ext>
                  </a:extLst>
                </p:cNvPr>
                <p:cNvSpPr/>
                <p:nvPr/>
              </p:nvSpPr>
              <p:spPr>
                <a:xfrm>
                  <a:off x="12626424" y="6771152"/>
                  <a:ext cx="355743" cy="347301"/>
                </a:xfrm>
                <a:prstGeom prst="rect">
                  <a:avLst/>
                </a:prstGeom>
                <a:solidFill>
                  <a:srgbClr val="F7EEED"/>
                </a:solidFill>
                <a:ln w="15875" cap="flat" cmpd="dbl">
                  <a:solidFill>
                    <a:srgbClr val="FF3A24"/>
                  </a:solid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ctr">
                  <a:noAutofit/>
                </a:bodyPr>
                <a:lstStyle/>
                <a:p>
                  <a:pPr hangingPunct="0"/>
                  <a:r>
                    <a:rPr lang="en-US" sz="525">
                      <a:solidFill>
                        <a:srgbClr val="000000"/>
                      </a:solidFill>
                      <a:latin typeface="Calibri" panose="020F0502020204030204"/>
                      <a:sym typeface="Arial"/>
                    </a:rPr>
                    <a:t>0.9</a:t>
                  </a:r>
                </a:p>
              </p:txBody>
            </p:sp>
          </p:grpSp>
          <p:grpSp>
            <p:nvGrpSpPr>
              <p:cNvPr id="75" name="Group 74">
                <a:extLst>
                  <a:ext uri="{FF2B5EF4-FFF2-40B4-BE49-F238E27FC236}">
                    <a16:creationId xmlns:a16="http://schemas.microsoft.com/office/drawing/2014/main" id="{48BEE897-86F0-944A-9576-577ED1CAA1FC}"/>
                  </a:ext>
                </a:extLst>
              </p:cNvPr>
              <p:cNvGrpSpPr/>
              <p:nvPr/>
            </p:nvGrpSpPr>
            <p:grpSpPr>
              <a:xfrm>
                <a:off x="7188403" y="9566566"/>
                <a:ext cx="1955535" cy="441565"/>
                <a:chOff x="11026632" y="6722119"/>
                <a:chExt cx="1955535" cy="396334"/>
              </a:xfrm>
            </p:grpSpPr>
            <p:sp>
              <p:nvSpPr>
                <p:cNvPr id="88" name="Rectangle 87">
                  <a:extLst>
                    <a:ext uri="{FF2B5EF4-FFF2-40B4-BE49-F238E27FC236}">
                      <a16:creationId xmlns:a16="http://schemas.microsoft.com/office/drawing/2014/main" id="{49E05554-950A-A128-275B-B7F12BFAD114}"/>
                    </a:ext>
                  </a:extLst>
                </p:cNvPr>
                <p:cNvSpPr/>
                <p:nvPr/>
              </p:nvSpPr>
              <p:spPr>
                <a:xfrm>
                  <a:off x="11026632" y="6722119"/>
                  <a:ext cx="355743" cy="347301"/>
                </a:xfrm>
                <a:prstGeom prst="rect">
                  <a:avLst/>
                </a:prstGeom>
                <a:solidFill>
                  <a:srgbClr val="F7EEED"/>
                </a:solidFill>
                <a:ln w="15875" cap="flat" cmpd="dbl">
                  <a:solidFill>
                    <a:srgbClr val="FF3A24"/>
                  </a:solid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ctr">
                  <a:noAutofit/>
                </a:bodyPr>
                <a:lstStyle/>
                <a:p>
                  <a:pPr hangingPunct="0"/>
                  <a:r>
                    <a:rPr lang="en-US" sz="525">
                      <a:solidFill>
                        <a:srgbClr val="000000"/>
                      </a:solidFill>
                      <a:latin typeface="Calibri" panose="020F0502020204030204"/>
                      <a:sym typeface="Arial"/>
                    </a:rPr>
                    <a:t>0.5</a:t>
                  </a:r>
                </a:p>
              </p:txBody>
            </p:sp>
            <p:sp>
              <p:nvSpPr>
                <p:cNvPr id="89" name="Rectangle 88">
                  <a:extLst>
                    <a:ext uri="{FF2B5EF4-FFF2-40B4-BE49-F238E27FC236}">
                      <a16:creationId xmlns:a16="http://schemas.microsoft.com/office/drawing/2014/main" id="{BF51E41B-2B8F-9718-932F-280931C72C7D}"/>
                    </a:ext>
                  </a:extLst>
                </p:cNvPr>
                <p:cNvSpPr/>
                <p:nvPr/>
              </p:nvSpPr>
              <p:spPr>
                <a:xfrm>
                  <a:off x="11426580" y="6771152"/>
                  <a:ext cx="355743" cy="347301"/>
                </a:xfrm>
                <a:prstGeom prst="rect">
                  <a:avLst/>
                </a:prstGeom>
                <a:solidFill>
                  <a:srgbClr val="F7EEED"/>
                </a:solidFill>
                <a:ln w="15875" cap="flat" cmpd="dbl">
                  <a:solidFill>
                    <a:srgbClr val="FF3A24"/>
                  </a:solid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ctr">
                  <a:noAutofit/>
                </a:bodyPr>
                <a:lstStyle/>
                <a:p>
                  <a:pPr hangingPunct="0"/>
                  <a:r>
                    <a:rPr lang="en-US" sz="525">
                      <a:solidFill>
                        <a:srgbClr val="000000"/>
                      </a:solidFill>
                      <a:latin typeface="Calibri" panose="020F0502020204030204"/>
                      <a:sym typeface="Arial"/>
                    </a:rPr>
                    <a:t>0.7</a:t>
                  </a:r>
                </a:p>
              </p:txBody>
            </p:sp>
            <p:sp>
              <p:nvSpPr>
                <p:cNvPr id="90" name="Rectangle 89">
                  <a:extLst>
                    <a:ext uri="{FF2B5EF4-FFF2-40B4-BE49-F238E27FC236}">
                      <a16:creationId xmlns:a16="http://schemas.microsoft.com/office/drawing/2014/main" id="{552BFF48-03D7-D973-CB83-223F435CF43E}"/>
                    </a:ext>
                  </a:extLst>
                </p:cNvPr>
                <p:cNvSpPr/>
                <p:nvPr/>
              </p:nvSpPr>
              <p:spPr>
                <a:xfrm>
                  <a:off x="11826528" y="6771152"/>
                  <a:ext cx="355743" cy="347301"/>
                </a:xfrm>
                <a:prstGeom prst="rect">
                  <a:avLst/>
                </a:prstGeom>
                <a:solidFill>
                  <a:srgbClr val="F7EEED"/>
                </a:solidFill>
                <a:ln w="15875" cap="flat" cmpd="dbl">
                  <a:solidFill>
                    <a:srgbClr val="FF3A24"/>
                  </a:solid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ctr">
                  <a:noAutofit/>
                </a:bodyPr>
                <a:lstStyle/>
                <a:p>
                  <a:pPr hangingPunct="0"/>
                  <a:r>
                    <a:rPr lang="en-US" sz="525">
                      <a:solidFill>
                        <a:srgbClr val="000000"/>
                      </a:solidFill>
                      <a:latin typeface="Calibri" panose="020F0502020204030204"/>
                      <a:sym typeface="Arial"/>
                    </a:rPr>
                    <a:t>0.8</a:t>
                  </a:r>
                </a:p>
              </p:txBody>
            </p:sp>
            <p:sp>
              <p:nvSpPr>
                <p:cNvPr id="91" name="Rectangle 90">
                  <a:extLst>
                    <a:ext uri="{FF2B5EF4-FFF2-40B4-BE49-F238E27FC236}">
                      <a16:creationId xmlns:a16="http://schemas.microsoft.com/office/drawing/2014/main" id="{A875E927-7207-6E78-F938-42AAECD00DEA}"/>
                    </a:ext>
                  </a:extLst>
                </p:cNvPr>
                <p:cNvSpPr/>
                <p:nvPr/>
              </p:nvSpPr>
              <p:spPr>
                <a:xfrm>
                  <a:off x="12226476" y="6771152"/>
                  <a:ext cx="355743" cy="347301"/>
                </a:xfrm>
                <a:prstGeom prst="rect">
                  <a:avLst/>
                </a:prstGeom>
                <a:solidFill>
                  <a:srgbClr val="F7EEED"/>
                </a:solidFill>
                <a:ln w="15875" cap="flat" cmpd="dbl">
                  <a:solidFill>
                    <a:srgbClr val="FF3A24"/>
                  </a:solid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ctr">
                  <a:noAutofit/>
                </a:bodyPr>
                <a:lstStyle/>
                <a:p>
                  <a:pPr hangingPunct="0"/>
                  <a:r>
                    <a:rPr lang="en-US" sz="525">
                      <a:solidFill>
                        <a:srgbClr val="000000"/>
                      </a:solidFill>
                      <a:latin typeface="Calibri" panose="020F0502020204030204"/>
                      <a:sym typeface="Arial"/>
                    </a:rPr>
                    <a:t>0.3</a:t>
                  </a:r>
                </a:p>
              </p:txBody>
            </p:sp>
            <p:sp>
              <p:nvSpPr>
                <p:cNvPr id="92" name="Rectangle 91">
                  <a:extLst>
                    <a:ext uri="{FF2B5EF4-FFF2-40B4-BE49-F238E27FC236}">
                      <a16:creationId xmlns:a16="http://schemas.microsoft.com/office/drawing/2014/main" id="{6DD0B56E-C432-8C8F-CA0B-64B2E840EDEC}"/>
                    </a:ext>
                  </a:extLst>
                </p:cNvPr>
                <p:cNvSpPr/>
                <p:nvPr/>
              </p:nvSpPr>
              <p:spPr>
                <a:xfrm>
                  <a:off x="12626424" y="6771152"/>
                  <a:ext cx="355743" cy="347301"/>
                </a:xfrm>
                <a:prstGeom prst="rect">
                  <a:avLst/>
                </a:prstGeom>
                <a:solidFill>
                  <a:srgbClr val="F7EEED"/>
                </a:solidFill>
                <a:ln w="15875" cap="flat" cmpd="dbl">
                  <a:solidFill>
                    <a:srgbClr val="FF3A24"/>
                  </a:solid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ctr">
                  <a:noAutofit/>
                </a:bodyPr>
                <a:lstStyle/>
                <a:p>
                  <a:pPr hangingPunct="0"/>
                  <a:r>
                    <a:rPr lang="en-US" sz="525">
                      <a:solidFill>
                        <a:srgbClr val="000000"/>
                      </a:solidFill>
                      <a:latin typeface="Calibri" panose="020F0502020204030204"/>
                      <a:sym typeface="Arial"/>
                    </a:rPr>
                    <a:t>0.9</a:t>
                  </a:r>
                </a:p>
              </p:txBody>
            </p:sp>
          </p:grpSp>
          <p:grpSp>
            <p:nvGrpSpPr>
              <p:cNvPr id="76" name="Group 75">
                <a:extLst>
                  <a:ext uri="{FF2B5EF4-FFF2-40B4-BE49-F238E27FC236}">
                    <a16:creationId xmlns:a16="http://schemas.microsoft.com/office/drawing/2014/main" id="{5F5C90B5-0861-FCB9-09CC-322A6253FC08}"/>
                  </a:ext>
                </a:extLst>
              </p:cNvPr>
              <p:cNvGrpSpPr/>
              <p:nvPr/>
            </p:nvGrpSpPr>
            <p:grpSpPr>
              <a:xfrm>
                <a:off x="7340803" y="9790987"/>
                <a:ext cx="1955535" cy="386936"/>
                <a:chOff x="11026632" y="6771152"/>
                <a:chExt cx="1955535" cy="347301"/>
              </a:xfrm>
            </p:grpSpPr>
            <p:sp>
              <p:nvSpPr>
                <p:cNvPr id="83" name="Rectangle 82">
                  <a:extLst>
                    <a:ext uri="{FF2B5EF4-FFF2-40B4-BE49-F238E27FC236}">
                      <a16:creationId xmlns:a16="http://schemas.microsoft.com/office/drawing/2014/main" id="{94D16978-F145-C446-A3EE-2051A0BF4522}"/>
                    </a:ext>
                  </a:extLst>
                </p:cNvPr>
                <p:cNvSpPr/>
                <p:nvPr/>
              </p:nvSpPr>
              <p:spPr>
                <a:xfrm>
                  <a:off x="11026632" y="6771152"/>
                  <a:ext cx="355743" cy="347301"/>
                </a:xfrm>
                <a:prstGeom prst="rect">
                  <a:avLst/>
                </a:prstGeom>
                <a:solidFill>
                  <a:srgbClr val="F7EEED"/>
                </a:solidFill>
                <a:ln w="15875" cap="flat" cmpd="dbl">
                  <a:solidFill>
                    <a:srgbClr val="FF3A24"/>
                  </a:solid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ctr">
                  <a:noAutofit/>
                </a:bodyPr>
                <a:lstStyle/>
                <a:p>
                  <a:pPr hangingPunct="0"/>
                  <a:r>
                    <a:rPr lang="en-US" sz="525">
                      <a:solidFill>
                        <a:srgbClr val="000000"/>
                      </a:solidFill>
                      <a:latin typeface="Calibri" panose="020F0502020204030204"/>
                      <a:sym typeface="Arial"/>
                    </a:rPr>
                    <a:t>0.5</a:t>
                  </a:r>
                </a:p>
              </p:txBody>
            </p:sp>
            <p:sp>
              <p:nvSpPr>
                <p:cNvPr id="84" name="Rectangle 83">
                  <a:extLst>
                    <a:ext uri="{FF2B5EF4-FFF2-40B4-BE49-F238E27FC236}">
                      <a16:creationId xmlns:a16="http://schemas.microsoft.com/office/drawing/2014/main" id="{214A3A6B-C2D9-F9F8-FCE3-0C3C48E8CACD}"/>
                    </a:ext>
                  </a:extLst>
                </p:cNvPr>
                <p:cNvSpPr/>
                <p:nvPr/>
              </p:nvSpPr>
              <p:spPr>
                <a:xfrm>
                  <a:off x="11426580" y="6771152"/>
                  <a:ext cx="355743" cy="347301"/>
                </a:xfrm>
                <a:prstGeom prst="rect">
                  <a:avLst/>
                </a:prstGeom>
                <a:solidFill>
                  <a:srgbClr val="F7EEED"/>
                </a:solidFill>
                <a:ln w="15875" cap="flat" cmpd="dbl">
                  <a:solidFill>
                    <a:srgbClr val="FF3A24"/>
                  </a:solid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ctr">
                  <a:noAutofit/>
                </a:bodyPr>
                <a:lstStyle/>
                <a:p>
                  <a:pPr hangingPunct="0"/>
                  <a:r>
                    <a:rPr lang="en-US" sz="525">
                      <a:solidFill>
                        <a:srgbClr val="000000"/>
                      </a:solidFill>
                      <a:latin typeface="Calibri" panose="020F0502020204030204"/>
                      <a:sym typeface="Arial"/>
                    </a:rPr>
                    <a:t>0.7</a:t>
                  </a:r>
                </a:p>
              </p:txBody>
            </p:sp>
            <p:sp>
              <p:nvSpPr>
                <p:cNvPr id="85" name="Rectangle 84">
                  <a:extLst>
                    <a:ext uri="{FF2B5EF4-FFF2-40B4-BE49-F238E27FC236}">
                      <a16:creationId xmlns:a16="http://schemas.microsoft.com/office/drawing/2014/main" id="{5BD8A873-842E-2D5E-6B8A-C3CD1B083505}"/>
                    </a:ext>
                  </a:extLst>
                </p:cNvPr>
                <p:cNvSpPr/>
                <p:nvPr/>
              </p:nvSpPr>
              <p:spPr>
                <a:xfrm>
                  <a:off x="11826528" y="6771152"/>
                  <a:ext cx="355743" cy="347301"/>
                </a:xfrm>
                <a:prstGeom prst="rect">
                  <a:avLst/>
                </a:prstGeom>
                <a:solidFill>
                  <a:srgbClr val="F7EEED"/>
                </a:solidFill>
                <a:ln w="15875" cap="flat" cmpd="dbl">
                  <a:solidFill>
                    <a:srgbClr val="FF3A24"/>
                  </a:solid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ctr">
                  <a:noAutofit/>
                </a:bodyPr>
                <a:lstStyle/>
                <a:p>
                  <a:pPr hangingPunct="0"/>
                  <a:r>
                    <a:rPr lang="en-US" sz="525">
                      <a:solidFill>
                        <a:srgbClr val="000000"/>
                      </a:solidFill>
                      <a:latin typeface="Calibri" panose="020F0502020204030204"/>
                      <a:sym typeface="Arial"/>
                    </a:rPr>
                    <a:t>0.8</a:t>
                  </a:r>
                </a:p>
              </p:txBody>
            </p:sp>
            <p:sp>
              <p:nvSpPr>
                <p:cNvPr id="86" name="Rectangle 85">
                  <a:extLst>
                    <a:ext uri="{FF2B5EF4-FFF2-40B4-BE49-F238E27FC236}">
                      <a16:creationId xmlns:a16="http://schemas.microsoft.com/office/drawing/2014/main" id="{AE2685B9-6ADA-946C-CAC3-92E6FCF5D879}"/>
                    </a:ext>
                  </a:extLst>
                </p:cNvPr>
                <p:cNvSpPr/>
                <p:nvPr/>
              </p:nvSpPr>
              <p:spPr>
                <a:xfrm>
                  <a:off x="12226476" y="6771152"/>
                  <a:ext cx="355743" cy="347301"/>
                </a:xfrm>
                <a:prstGeom prst="rect">
                  <a:avLst/>
                </a:prstGeom>
                <a:solidFill>
                  <a:srgbClr val="F7EEED"/>
                </a:solidFill>
                <a:ln w="15875" cap="flat" cmpd="dbl">
                  <a:solidFill>
                    <a:srgbClr val="FF3A24"/>
                  </a:solid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ctr">
                  <a:noAutofit/>
                </a:bodyPr>
                <a:lstStyle/>
                <a:p>
                  <a:pPr hangingPunct="0"/>
                  <a:r>
                    <a:rPr lang="en-US" sz="525">
                      <a:solidFill>
                        <a:srgbClr val="000000"/>
                      </a:solidFill>
                      <a:latin typeface="Calibri" panose="020F0502020204030204"/>
                      <a:sym typeface="Arial"/>
                    </a:rPr>
                    <a:t>0.3</a:t>
                  </a:r>
                </a:p>
              </p:txBody>
            </p:sp>
            <p:sp>
              <p:nvSpPr>
                <p:cNvPr id="87" name="Rectangle 86">
                  <a:extLst>
                    <a:ext uri="{FF2B5EF4-FFF2-40B4-BE49-F238E27FC236}">
                      <a16:creationId xmlns:a16="http://schemas.microsoft.com/office/drawing/2014/main" id="{2E018256-1FF1-E802-33AE-A4FE01736799}"/>
                    </a:ext>
                  </a:extLst>
                </p:cNvPr>
                <p:cNvSpPr/>
                <p:nvPr/>
              </p:nvSpPr>
              <p:spPr>
                <a:xfrm>
                  <a:off x="12626424" y="6771152"/>
                  <a:ext cx="355743" cy="347301"/>
                </a:xfrm>
                <a:prstGeom prst="rect">
                  <a:avLst/>
                </a:prstGeom>
                <a:solidFill>
                  <a:srgbClr val="F7EEED"/>
                </a:solidFill>
                <a:ln w="15875" cap="flat" cmpd="dbl">
                  <a:solidFill>
                    <a:srgbClr val="FF3A24"/>
                  </a:solid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ctr">
                  <a:noAutofit/>
                </a:bodyPr>
                <a:lstStyle/>
                <a:p>
                  <a:pPr hangingPunct="0"/>
                  <a:r>
                    <a:rPr lang="en-US" sz="525">
                      <a:solidFill>
                        <a:srgbClr val="000000"/>
                      </a:solidFill>
                      <a:latin typeface="Calibri" panose="020F0502020204030204"/>
                      <a:sym typeface="Arial"/>
                    </a:rPr>
                    <a:t>0.9</a:t>
                  </a:r>
                </a:p>
              </p:txBody>
            </p:sp>
          </p:grpSp>
          <p:grpSp>
            <p:nvGrpSpPr>
              <p:cNvPr id="77" name="Group 76">
                <a:extLst>
                  <a:ext uri="{FF2B5EF4-FFF2-40B4-BE49-F238E27FC236}">
                    <a16:creationId xmlns:a16="http://schemas.microsoft.com/office/drawing/2014/main" id="{C422F291-3FF3-6A2E-B285-833C258BAC6A}"/>
                  </a:ext>
                </a:extLst>
              </p:cNvPr>
              <p:cNvGrpSpPr/>
              <p:nvPr/>
            </p:nvGrpSpPr>
            <p:grpSpPr>
              <a:xfrm>
                <a:off x="7493203" y="9960780"/>
                <a:ext cx="1955535" cy="386936"/>
                <a:chOff x="11026632" y="6771152"/>
                <a:chExt cx="1955535" cy="347301"/>
              </a:xfrm>
            </p:grpSpPr>
            <p:sp>
              <p:nvSpPr>
                <p:cNvPr id="78" name="Rectangle 77">
                  <a:extLst>
                    <a:ext uri="{FF2B5EF4-FFF2-40B4-BE49-F238E27FC236}">
                      <a16:creationId xmlns:a16="http://schemas.microsoft.com/office/drawing/2014/main" id="{9BEF7CFA-CF7A-AA01-9C5E-A5DE025B910F}"/>
                    </a:ext>
                  </a:extLst>
                </p:cNvPr>
                <p:cNvSpPr/>
                <p:nvPr/>
              </p:nvSpPr>
              <p:spPr>
                <a:xfrm>
                  <a:off x="11026632" y="6771152"/>
                  <a:ext cx="355743" cy="347301"/>
                </a:xfrm>
                <a:prstGeom prst="rect">
                  <a:avLst/>
                </a:prstGeom>
                <a:solidFill>
                  <a:srgbClr val="F7EEED"/>
                </a:solidFill>
                <a:ln w="15875" cap="flat" cmpd="dbl">
                  <a:solidFill>
                    <a:srgbClr val="FF3A24"/>
                  </a:solid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ctr">
                  <a:noAutofit/>
                </a:bodyPr>
                <a:lstStyle/>
                <a:p>
                  <a:pPr hangingPunct="0"/>
                  <a:r>
                    <a:rPr lang="en-US" sz="525">
                      <a:solidFill>
                        <a:srgbClr val="000000"/>
                      </a:solidFill>
                      <a:latin typeface="Calibri" panose="020F0502020204030204"/>
                      <a:sym typeface="Arial"/>
                    </a:rPr>
                    <a:t>0.5</a:t>
                  </a:r>
                </a:p>
              </p:txBody>
            </p:sp>
            <p:sp>
              <p:nvSpPr>
                <p:cNvPr id="79" name="Rectangle 78">
                  <a:extLst>
                    <a:ext uri="{FF2B5EF4-FFF2-40B4-BE49-F238E27FC236}">
                      <a16:creationId xmlns:a16="http://schemas.microsoft.com/office/drawing/2014/main" id="{0027ECD0-CA1E-A6C8-F200-F6C7B04B4098}"/>
                    </a:ext>
                  </a:extLst>
                </p:cNvPr>
                <p:cNvSpPr/>
                <p:nvPr/>
              </p:nvSpPr>
              <p:spPr>
                <a:xfrm>
                  <a:off x="11426580" y="6771152"/>
                  <a:ext cx="355743" cy="347301"/>
                </a:xfrm>
                <a:prstGeom prst="rect">
                  <a:avLst/>
                </a:prstGeom>
                <a:solidFill>
                  <a:srgbClr val="F7EEED"/>
                </a:solidFill>
                <a:ln w="15875" cap="flat" cmpd="dbl">
                  <a:solidFill>
                    <a:srgbClr val="FF3A24"/>
                  </a:solid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ctr">
                  <a:noAutofit/>
                </a:bodyPr>
                <a:lstStyle/>
                <a:p>
                  <a:pPr hangingPunct="0"/>
                  <a:r>
                    <a:rPr lang="en-US" sz="525">
                      <a:solidFill>
                        <a:srgbClr val="000000"/>
                      </a:solidFill>
                      <a:latin typeface="Calibri" panose="020F0502020204030204"/>
                      <a:sym typeface="Arial"/>
                    </a:rPr>
                    <a:t>0.7</a:t>
                  </a:r>
                </a:p>
              </p:txBody>
            </p:sp>
            <p:sp>
              <p:nvSpPr>
                <p:cNvPr id="80" name="Rectangle 79">
                  <a:extLst>
                    <a:ext uri="{FF2B5EF4-FFF2-40B4-BE49-F238E27FC236}">
                      <a16:creationId xmlns:a16="http://schemas.microsoft.com/office/drawing/2014/main" id="{FC242049-B60D-C764-30AF-0FBEE5652F31}"/>
                    </a:ext>
                  </a:extLst>
                </p:cNvPr>
                <p:cNvSpPr/>
                <p:nvPr/>
              </p:nvSpPr>
              <p:spPr>
                <a:xfrm>
                  <a:off x="11826528" y="6771152"/>
                  <a:ext cx="355743" cy="347301"/>
                </a:xfrm>
                <a:prstGeom prst="rect">
                  <a:avLst/>
                </a:prstGeom>
                <a:solidFill>
                  <a:srgbClr val="F7EEED"/>
                </a:solidFill>
                <a:ln w="15875" cap="flat" cmpd="dbl">
                  <a:solidFill>
                    <a:srgbClr val="FF3A24"/>
                  </a:solid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ctr">
                  <a:noAutofit/>
                </a:bodyPr>
                <a:lstStyle/>
                <a:p>
                  <a:pPr hangingPunct="0"/>
                  <a:r>
                    <a:rPr lang="en-US" sz="525">
                      <a:solidFill>
                        <a:srgbClr val="000000"/>
                      </a:solidFill>
                      <a:latin typeface="Calibri" panose="020F0502020204030204"/>
                      <a:sym typeface="Arial"/>
                    </a:rPr>
                    <a:t>0.8</a:t>
                  </a:r>
                </a:p>
              </p:txBody>
            </p:sp>
            <p:sp>
              <p:nvSpPr>
                <p:cNvPr id="81" name="Rectangle 80">
                  <a:extLst>
                    <a:ext uri="{FF2B5EF4-FFF2-40B4-BE49-F238E27FC236}">
                      <a16:creationId xmlns:a16="http://schemas.microsoft.com/office/drawing/2014/main" id="{3653A815-DF87-915E-9C1D-E653C8FC3E22}"/>
                    </a:ext>
                  </a:extLst>
                </p:cNvPr>
                <p:cNvSpPr/>
                <p:nvPr/>
              </p:nvSpPr>
              <p:spPr>
                <a:xfrm>
                  <a:off x="12226476" y="6771152"/>
                  <a:ext cx="355743" cy="347301"/>
                </a:xfrm>
                <a:prstGeom prst="rect">
                  <a:avLst/>
                </a:prstGeom>
                <a:solidFill>
                  <a:srgbClr val="F7EEED"/>
                </a:solidFill>
                <a:ln w="15875" cap="flat" cmpd="dbl">
                  <a:solidFill>
                    <a:srgbClr val="FF3A24"/>
                  </a:solid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ctr">
                  <a:noAutofit/>
                </a:bodyPr>
                <a:lstStyle/>
                <a:p>
                  <a:pPr hangingPunct="0"/>
                  <a:r>
                    <a:rPr lang="en-US" sz="525">
                      <a:solidFill>
                        <a:srgbClr val="000000"/>
                      </a:solidFill>
                      <a:latin typeface="Calibri" panose="020F0502020204030204"/>
                      <a:sym typeface="Arial"/>
                    </a:rPr>
                    <a:t>0.3</a:t>
                  </a:r>
                </a:p>
              </p:txBody>
            </p:sp>
            <p:sp>
              <p:nvSpPr>
                <p:cNvPr id="82" name="Rectangle 81">
                  <a:extLst>
                    <a:ext uri="{FF2B5EF4-FFF2-40B4-BE49-F238E27FC236}">
                      <a16:creationId xmlns:a16="http://schemas.microsoft.com/office/drawing/2014/main" id="{AD12DCC1-2128-C85B-1132-F118BF53A96B}"/>
                    </a:ext>
                  </a:extLst>
                </p:cNvPr>
                <p:cNvSpPr/>
                <p:nvPr/>
              </p:nvSpPr>
              <p:spPr>
                <a:xfrm>
                  <a:off x="12626424" y="6771152"/>
                  <a:ext cx="355743" cy="347301"/>
                </a:xfrm>
                <a:prstGeom prst="rect">
                  <a:avLst/>
                </a:prstGeom>
                <a:solidFill>
                  <a:srgbClr val="F7EEED"/>
                </a:solidFill>
                <a:ln w="15875" cap="flat" cmpd="dbl">
                  <a:solidFill>
                    <a:srgbClr val="FF3A24"/>
                  </a:solid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ctr">
                  <a:noAutofit/>
                </a:bodyPr>
                <a:lstStyle/>
                <a:p>
                  <a:pPr hangingPunct="0"/>
                  <a:r>
                    <a:rPr lang="en-US" sz="525">
                      <a:solidFill>
                        <a:srgbClr val="000000"/>
                      </a:solidFill>
                      <a:latin typeface="Calibri" panose="020F0502020204030204"/>
                      <a:sym typeface="Arial"/>
                    </a:rPr>
                    <a:t>0.9</a:t>
                  </a:r>
                </a:p>
              </p:txBody>
            </p:sp>
          </p:grpSp>
        </p:grpSp>
        <p:sp>
          <p:nvSpPr>
            <p:cNvPr id="222" name="Rectangle 221">
              <a:extLst>
                <a:ext uri="{FF2B5EF4-FFF2-40B4-BE49-F238E27FC236}">
                  <a16:creationId xmlns:a16="http://schemas.microsoft.com/office/drawing/2014/main" id="{06B220D3-A33F-494C-0FA1-F61F16D82F3A}"/>
                </a:ext>
              </a:extLst>
            </p:cNvPr>
            <p:cNvSpPr/>
            <p:nvPr/>
          </p:nvSpPr>
          <p:spPr>
            <a:xfrm>
              <a:off x="3069274" y="2321725"/>
              <a:ext cx="1478723" cy="996554"/>
            </a:xfrm>
            <a:prstGeom prst="rect">
              <a:avLst/>
            </a:prstGeom>
            <a:noFill/>
            <a:ln w="15875" cap="flat" cmpd="dbl">
              <a:solidFill>
                <a:srgbClr val="FF3A24"/>
              </a:solid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ctr">
              <a:noAutofit/>
            </a:bodyPr>
            <a:lstStyle/>
            <a:p>
              <a:pPr hangingPunct="0"/>
              <a:endParaRPr lang="en-US" sz="1100">
                <a:solidFill>
                  <a:srgbClr val="000000"/>
                </a:solidFill>
                <a:latin typeface="Calibri" panose="020F0502020204030204"/>
                <a:sym typeface="Arial"/>
              </a:endParaRPr>
            </a:p>
          </p:txBody>
        </p:sp>
      </p:grpSp>
      <p:sp>
        <p:nvSpPr>
          <p:cNvPr id="245" name="TextBox 244">
            <a:extLst>
              <a:ext uri="{FF2B5EF4-FFF2-40B4-BE49-F238E27FC236}">
                <a16:creationId xmlns:a16="http://schemas.microsoft.com/office/drawing/2014/main" id="{A9EA03AB-1C15-8B45-1BF8-AA86C05C7536}"/>
              </a:ext>
            </a:extLst>
          </p:cNvPr>
          <p:cNvSpPr txBox="1"/>
          <p:nvPr/>
        </p:nvSpPr>
        <p:spPr>
          <a:xfrm>
            <a:off x="5091853" y="2309802"/>
            <a:ext cx="1240026" cy="203158"/>
          </a:xfrm>
          <a:prstGeom prst="rect">
            <a:avLst/>
          </a:prstGeom>
          <a:noFill/>
          <a:effectLst/>
        </p:spPr>
        <p:txBody>
          <a:bodyPr wrap="square">
            <a:noAutofit/>
          </a:bodyPr>
          <a:lstStyle/>
          <a:p>
            <a:pPr algn="ctr" defTabSz="457200"/>
            <a:r>
              <a:rPr lang="en-US" sz="900" dirty="0">
                <a:solidFill>
                  <a:prstClr val="black">
                    <a:lumMod val="85000"/>
                    <a:lumOff val="15000"/>
                  </a:prstClr>
                </a:solidFill>
                <a:latin typeface="Work Sans Medium" pitchFamily="2" charset="0"/>
              </a:rPr>
              <a:t>Vector </a:t>
            </a:r>
          </a:p>
          <a:p>
            <a:pPr algn="ctr" defTabSz="457200"/>
            <a:r>
              <a:rPr lang="en-US" sz="900" dirty="0">
                <a:solidFill>
                  <a:prstClr val="black">
                    <a:lumMod val="85000"/>
                    <a:lumOff val="15000"/>
                  </a:prstClr>
                </a:solidFill>
                <a:latin typeface="Work Sans Medium" pitchFamily="2" charset="0"/>
              </a:rPr>
              <a:t>Database</a:t>
            </a:r>
          </a:p>
        </p:txBody>
      </p:sp>
      <p:cxnSp>
        <p:nvCxnSpPr>
          <p:cNvPr id="276" name="Connector: Elbow 275">
            <a:extLst>
              <a:ext uri="{FF2B5EF4-FFF2-40B4-BE49-F238E27FC236}">
                <a16:creationId xmlns:a16="http://schemas.microsoft.com/office/drawing/2014/main" id="{852CA94D-031B-B108-70CE-C9E09246B1FE}"/>
              </a:ext>
            </a:extLst>
          </p:cNvPr>
          <p:cNvCxnSpPr>
            <a:cxnSpLocks/>
            <a:stCxn id="239" idx="3"/>
            <a:endCxn id="1061" idx="0"/>
          </p:cNvCxnSpPr>
          <p:nvPr/>
        </p:nvCxnSpPr>
        <p:spPr>
          <a:xfrm rot="5400000">
            <a:off x="4064574" y="3076702"/>
            <a:ext cx="1404850" cy="1888005"/>
          </a:xfrm>
          <a:prstGeom prst="bentConnector3">
            <a:avLst>
              <a:gd name="adj1" fmla="val 83319"/>
            </a:avLst>
          </a:prstGeom>
          <a:ln w="1905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pic>
        <p:nvPicPr>
          <p:cNvPr id="18" name="Picture 17" descr="A blue logo with white text&#10;&#10;AI-generated content may be incorrect.">
            <a:extLst>
              <a:ext uri="{FF2B5EF4-FFF2-40B4-BE49-F238E27FC236}">
                <a16:creationId xmlns:a16="http://schemas.microsoft.com/office/drawing/2014/main" id="{87C215A6-96A8-8006-57FF-49310C19F277}"/>
              </a:ext>
            </a:extLst>
          </p:cNvPr>
          <p:cNvPicPr>
            <a:picLocks noChangeAspect="1"/>
          </p:cNvPicPr>
          <p:nvPr/>
        </p:nvPicPr>
        <p:blipFill>
          <a:blip r:embed="rId4"/>
          <a:stretch>
            <a:fillRect/>
          </a:stretch>
        </p:blipFill>
        <p:spPr>
          <a:xfrm>
            <a:off x="1109677" y="2206363"/>
            <a:ext cx="335480" cy="335480"/>
          </a:xfrm>
          <a:prstGeom prst="rect">
            <a:avLst/>
          </a:prstGeom>
        </p:spPr>
      </p:pic>
      <p:pic>
        <p:nvPicPr>
          <p:cNvPr id="43" name="Picture 42" descr="A green box with a white x in it&#10;&#10;AI-generated content may be incorrect.">
            <a:extLst>
              <a:ext uri="{FF2B5EF4-FFF2-40B4-BE49-F238E27FC236}">
                <a16:creationId xmlns:a16="http://schemas.microsoft.com/office/drawing/2014/main" id="{BE1A8835-39F3-3409-CD81-CEEBD2C33693}"/>
              </a:ext>
            </a:extLst>
          </p:cNvPr>
          <p:cNvPicPr>
            <a:picLocks noChangeAspect="1"/>
          </p:cNvPicPr>
          <p:nvPr/>
        </p:nvPicPr>
        <p:blipFill>
          <a:blip r:embed="rId5"/>
          <a:stretch>
            <a:fillRect/>
          </a:stretch>
        </p:blipFill>
        <p:spPr>
          <a:xfrm>
            <a:off x="1109677" y="2612780"/>
            <a:ext cx="335480" cy="335480"/>
          </a:xfrm>
          <a:prstGeom prst="rect">
            <a:avLst/>
          </a:prstGeom>
        </p:spPr>
      </p:pic>
      <p:pic>
        <p:nvPicPr>
          <p:cNvPr id="45" name="Picture 44" descr="A red file with a black background&#10;&#10;AI-generated content may be incorrect.">
            <a:extLst>
              <a:ext uri="{FF2B5EF4-FFF2-40B4-BE49-F238E27FC236}">
                <a16:creationId xmlns:a16="http://schemas.microsoft.com/office/drawing/2014/main" id="{FA7DE71E-B250-E174-AC2C-A8C5E12A837E}"/>
              </a:ext>
            </a:extLst>
          </p:cNvPr>
          <p:cNvPicPr>
            <a:picLocks noChangeAspect="1"/>
          </p:cNvPicPr>
          <p:nvPr/>
        </p:nvPicPr>
        <p:blipFill>
          <a:blip r:embed="rId6"/>
          <a:stretch>
            <a:fillRect/>
          </a:stretch>
        </p:blipFill>
        <p:spPr>
          <a:xfrm>
            <a:off x="1005783" y="3010741"/>
            <a:ext cx="422097" cy="422097"/>
          </a:xfrm>
          <a:prstGeom prst="rect">
            <a:avLst/>
          </a:prstGeom>
        </p:spPr>
      </p:pic>
      <p:pic>
        <p:nvPicPr>
          <p:cNvPr id="64" name="Picture 63" descr="A black background with a black square&#10;&#10;AI-generated content may be incorrect.">
            <a:extLst>
              <a:ext uri="{FF2B5EF4-FFF2-40B4-BE49-F238E27FC236}">
                <a16:creationId xmlns:a16="http://schemas.microsoft.com/office/drawing/2014/main" id="{4B1AAEB9-3C24-7D67-1436-7F6A2D375FAC}"/>
              </a:ext>
            </a:extLst>
          </p:cNvPr>
          <p:cNvPicPr>
            <a:picLocks noChangeAspect="1"/>
          </p:cNvPicPr>
          <p:nvPr/>
        </p:nvPicPr>
        <p:blipFill>
          <a:blip r:embed="rId7"/>
          <a:stretch>
            <a:fillRect/>
          </a:stretch>
        </p:blipFill>
        <p:spPr>
          <a:xfrm>
            <a:off x="2143544" y="2589849"/>
            <a:ext cx="505181" cy="505181"/>
          </a:xfrm>
          <a:prstGeom prst="rect">
            <a:avLst/>
          </a:prstGeom>
        </p:spPr>
      </p:pic>
      <p:sp>
        <p:nvSpPr>
          <p:cNvPr id="68" name="Arrow: Right 5">
            <a:extLst>
              <a:ext uri="{FF2B5EF4-FFF2-40B4-BE49-F238E27FC236}">
                <a16:creationId xmlns:a16="http://schemas.microsoft.com/office/drawing/2014/main" id="{A4DDA281-7AA2-A5D0-D50D-DC20DAA79FD4}"/>
              </a:ext>
            </a:extLst>
          </p:cNvPr>
          <p:cNvSpPr/>
          <p:nvPr/>
        </p:nvSpPr>
        <p:spPr>
          <a:xfrm>
            <a:off x="2970533" y="2727075"/>
            <a:ext cx="208107" cy="254689"/>
          </a:xfrm>
          <a:prstGeom prst="rightArrow">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lnSpc>
                <a:spcPct val="107000"/>
              </a:lnSpc>
              <a:spcBef>
                <a:spcPts val="500"/>
              </a:spcBef>
              <a:spcAft>
                <a:spcPts val="400"/>
              </a:spcAft>
            </a:pPr>
            <a:endParaRPr lang="en-US" sz="475">
              <a:solidFill>
                <a:prstClr val="white"/>
              </a:solidFill>
              <a:latin typeface="Work Sans Light" pitchFamily="2" charset="77"/>
            </a:endParaRPr>
          </a:p>
        </p:txBody>
      </p:sp>
      <p:grpSp>
        <p:nvGrpSpPr>
          <p:cNvPr id="1084" name="Group 1083">
            <a:extLst>
              <a:ext uri="{FF2B5EF4-FFF2-40B4-BE49-F238E27FC236}">
                <a16:creationId xmlns:a16="http://schemas.microsoft.com/office/drawing/2014/main" id="{5354DBE6-A1A1-BD3B-3BFE-74B570894C3F}"/>
              </a:ext>
            </a:extLst>
          </p:cNvPr>
          <p:cNvGrpSpPr/>
          <p:nvPr/>
        </p:nvGrpSpPr>
        <p:grpSpPr>
          <a:xfrm>
            <a:off x="5220768" y="2090439"/>
            <a:ext cx="980466" cy="1227840"/>
            <a:chOff x="5013934" y="2090439"/>
            <a:chExt cx="980466" cy="1227840"/>
          </a:xfrm>
        </p:grpSpPr>
        <p:sp>
          <p:nvSpPr>
            <p:cNvPr id="239" name="Rectangle 238">
              <a:extLst>
                <a:ext uri="{FF2B5EF4-FFF2-40B4-BE49-F238E27FC236}">
                  <a16:creationId xmlns:a16="http://schemas.microsoft.com/office/drawing/2014/main" id="{0D7A1A73-7E33-E577-A121-AF30D157A469}"/>
                </a:ext>
              </a:extLst>
            </p:cNvPr>
            <p:cNvSpPr/>
            <p:nvPr/>
          </p:nvSpPr>
          <p:spPr>
            <a:xfrm rot="5400000">
              <a:off x="5008478" y="2332357"/>
              <a:ext cx="991378" cy="980466"/>
            </a:xfrm>
            <a:prstGeom prst="rect">
              <a:avLst/>
            </a:prstGeom>
            <a:noFill/>
            <a:ln w="15875" cap="flat" cmpd="dbl">
              <a:solidFill>
                <a:srgbClr val="397EFF"/>
              </a:solid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ctr">
              <a:noAutofit/>
            </a:bodyPr>
            <a:lstStyle/>
            <a:p>
              <a:pPr hangingPunct="0"/>
              <a:endParaRPr lang="en-US" sz="1100">
                <a:solidFill>
                  <a:srgbClr val="000000"/>
                </a:solidFill>
                <a:latin typeface="Calibri" panose="020F0502020204030204"/>
                <a:sym typeface="Arial"/>
              </a:endParaRPr>
            </a:p>
          </p:txBody>
        </p:sp>
        <p:pic>
          <p:nvPicPr>
            <p:cNvPr id="1032" name="Picture 8">
              <a:extLst>
                <a:ext uri="{FF2B5EF4-FFF2-40B4-BE49-F238E27FC236}">
                  <a16:creationId xmlns:a16="http://schemas.microsoft.com/office/drawing/2014/main" id="{6A66B68A-297E-72CD-6AF4-A3F8604C41FE}"/>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030628" y="2090439"/>
              <a:ext cx="925141" cy="169815"/>
            </a:xfrm>
            <a:prstGeom prst="rect">
              <a:avLst/>
            </a:prstGeom>
            <a:noFill/>
            <a:extLst>
              <a:ext uri="{909E8E84-426E-40DD-AFC4-6F175D3DCCD1}">
                <a14:hiddenFill xmlns:a14="http://schemas.microsoft.com/office/drawing/2010/main">
                  <a:solidFill>
                    <a:srgbClr val="FFFFFF"/>
                  </a:solidFill>
                </a14:hiddenFill>
              </a:ext>
            </a:extLst>
          </p:spPr>
        </p:pic>
        <p:pic>
          <p:nvPicPr>
            <p:cNvPr id="113" name="Picture 112" descr="A white server with orange dots&#10;&#10;AI-generated content may be incorrect.">
              <a:extLst>
                <a:ext uri="{FF2B5EF4-FFF2-40B4-BE49-F238E27FC236}">
                  <a16:creationId xmlns:a16="http://schemas.microsoft.com/office/drawing/2014/main" id="{556002A9-9637-4E0C-A6FA-6EFE6B2DAFEB}"/>
                </a:ext>
              </a:extLst>
            </p:cNvPr>
            <p:cNvPicPr>
              <a:picLocks noChangeAspect="1"/>
            </p:cNvPicPr>
            <p:nvPr/>
          </p:nvPicPr>
          <p:blipFill>
            <a:blip r:embed="rId9">
              <a:duotone>
                <a:schemeClr val="accent1">
                  <a:shade val="45000"/>
                  <a:satMod val="135000"/>
                </a:schemeClr>
                <a:prstClr val="white"/>
              </a:duotone>
            </a:blip>
            <a:stretch>
              <a:fillRect/>
            </a:stretch>
          </p:blipFill>
          <p:spPr>
            <a:xfrm>
              <a:off x="5215382" y="2666708"/>
              <a:ext cx="577569" cy="577569"/>
            </a:xfrm>
            <a:prstGeom prst="rect">
              <a:avLst/>
            </a:prstGeom>
          </p:spPr>
        </p:pic>
      </p:grpSp>
      <p:sp>
        <p:nvSpPr>
          <p:cNvPr id="115" name="Rectangle 114">
            <a:extLst>
              <a:ext uri="{FF2B5EF4-FFF2-40B4-BE49-F238E27FC236}">
                <a16:creationId xmlns:a16="http://schemas.microsoft.com/office/drawing/2014/main" id="{C6739954-FF9D-E12C-9FF0-E491905F8136}"/>
              </a:ext>
            </a:extLst>
          </p:cNvPr>
          <p:cNvSpPr/>
          <p:nvPr/>
        </p:nvSpPr>
        <p:spPr>
          <a:xfrm>
            <a:off x="812800" y="1987568"/>
            <a:ext cx="5695738" cy="1712603"/>
          </a:xfrm>
          <a:prstGeom prst="rect">
            <a:avLst/>
          </a:prstGeom>
          <a:noFill/>
          <a:ln w="15875" cap="flat" cmpd="dbl">
            <a:solidFill>
              <a:srgbClr val="FF3A24"/>
            </a:solidFill>
            <a:prstDash val="sysDash"/>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ctr">
            <a:noAutofit/>
          </a:bodyPr>
          <a:lstStyle/>
          <a:p>
            <a:pPr hangingPunct="0"/>
            <a:endParaRPr lang="en-US" sz="1100">
              <a:solidFill>
                <a:srgbClr val="000000"/>
              </a:solidFill>
              <a:latin typeface="Calibri" panose="020F0502020204030204"/>
              <a:sym typeface="Arial"/>
            </a:endParaRPr>
          </a:p>
        </p:txBody>
      </p:sp>
      <p:sp>
        <p:nvSpPr>
          <p:cNvPr id="116" name="TextBox 115">
            <a:extLst>
              <a:ext uri="{FF2B5EF4-FFF2-40B4-BE49-F238E27FC236}">
                <a16:creationId xmlns:a16="http://schemas.microsoft.com/office/drawing/2014/main" id="{0B17B659-1C4C-36DA-D3D5-67BEF7E0F896}"/>
              </a:ext>
            </a:extLst>
          </p:cNvPr>
          <p:cNvSpPr txBox="1"/>
          <p:nvPr/>
        </p:nvSpPr>
        <p:spPr>
          <a:xfrm>
            <a:off x="708104" y="1746564"/>
            <a:ext cx="1799103" cy="178523"/>
          </a:xfrm>
          <a:prstGeom prst="rect">
            <a:avLst/>
          </a:prstGeom>
          <a:noFill/>
          <a:effectLst/>
        </p:spPr>
        <p:txBody>
          <a:bodyPr wrap="square">
            <a:noAutofit/>
          </a:bodyPr>
          <a:lstStyle/>
          <a:p>
            <a:pPr algn="ctr" defTabSz="457200"/>
            <a:r>
              <a:rPr lang="en-US" sz="900" dirty="0">
                <a:solidFill>
                  <a:prstClr val="black">
                    <a:lumMod val="85000"/>
                    <a:lumOff val="15000"/>
                  </a:prstClr>
                </a:solidFill>
                <a:latin typeface="Work Sans Medium" pitchFamily="2" charset="0"/>
              </a:rPr>
              <a:t>Stage I - Document Loading</a:t>
            </a:r>
          </a:p>
        </p:txBody>
      </p:sp>
      <p:sp>
        <p:nvSpPr>
          <p:cNvPr id="117" name="Rectangle 116">
            <a:extLst>
              <a:ext uri="{FF2B5EF4-FFF2-40B4-BE49-F238E27FC236}">
                <a16:creationId xmlns:a16="http://schemas.microsoft.com/office/drawing/2014/main" id="{2427053E-03A7-B735-4711-AD2B9391AE0E}"/>
              </a:ext>
            </a:extLst>
          </p:cNvPr>
          <p:cNvSpPr/>
          <p:nvPr/>
        </p:nvSpPr>
        <p:spPr>
          <a:xfrm>
            <a:off x="792149" y="4129735"/>
            <a:ext cx="5695738" cy="1712603"/>
          </a:xfrm>
          <a:prstGeom prst="rect">
            <a:avLst/>
          </a:prstGeom>
          <a:noFill/>
          <a:ln w="15875" cap="flat" cmpd="dbl">
            <a:solidFill>
              <a:srgbClr val="FF3A24"/>
            </a:solidFill>
            <a:prstDash val="sysDash"/>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ctr">
            <a:noAutofit/>
          </a:bodyPr>
          <a:lstStyle/>
          <a:p>
            <a:pPr hangingPunct="0"/>
            <a:endParaRPr lang="en-US" sz="1100">
              <a:solidFill>
                <a:srgbClr val="000000"/>
              </a:solidFill>
              <a:latin typeface="Calibri" panose="020F0502020204030204"/>
              <a:sym typeface="Arial"/>
            </a:endParaRPr>
          </a:p>
        </p:txBody>
      </p:sp>
      <p:sp>
        <p:nvSpPr>
          <p:cNvPr id="118" name="TextBox 117">
            <a:extLst>
              <a:ext uri="{FF2B5EF4-FFF2-40B4-BE49-F238E27FC236}">
                <a16:creationId xmlns:a16="http://schemas.microsoft.com/office/drawing/2014/main" id="{B977ACAA-AA54-753F-BE56-7ECD7C3D7344}"/>
              </a:ext>
            </a:extLst>
          </p:cNvPr>
          <p:cNvSpPr txBox="1"/>
          <p:nvPr/>
        </p:nvSpPr>
        <p:spPr>
          <a:xfrm>
            <a:off x="708104" y="3899045"/>
            <a:ext cx="2296360" cy="188159"/>
          </a:xfrm>
          <a:prstGeom prst="rect">
            <a:avLst/>
          </a:prstGeom>
          <a:noFill/>
          <a:effectLst/>
        </p:spPr>
        <p:txBody>
          <a:bodyPr wrap="square">
            <a:noAutofit/>
          </a:bodyPr>
          <a:lstStyle/>
          <a:p>
            <a:pPr algn="ctr" defTabSz="457200"/>
            <a:r>
              <a:rPr lang="en-US" sz="900" dirty="0">
                <a:solidFill>
                  <a:prstClr val="black">
                    <a:lumMod val="85000"/>
                    <a:lumOff val="15000"/>
                  </a:prstClr>
                </a:solidFill>
                <a:latin typeface="Work Sans Medium" pitchFamily="2" charset="0"/>
              </a:rPr>
              <a:t>Stage II – Question and Response</a:t>
            </a:r>
          </a:p>
        </p:txBody>
      </p:sp>
      <p:sp>
        <p:nvSpPr>
          <p:cNvPr id="119" name="Arrow: Right 5">
            <a:extLst>
              <a:ext uri="{FF2B5EF4-FFF2-40B4-BE49-F238E27FC236}">
                <a16:creationId xmlns:a16="http://schemas.microsoft.com/office/drawing/2014/main" id="{49430C30-4BD5-8E3F-2953-BED2589C8A48}"/>
              </a:ext>
            </a:extLst>
          </p:cNvPr>
          <p:cNvSpPr/>
          <p:nvPr/>
        </p:nvSpPr>
        <p:spPr>
          <a:xfrm>
            <a:off x="1465667" y="4851947"/>
            <a:ext cx="208107" cy="254689"/>
          </a:xfrm>
          <a:prstGeom prst="rightArrow">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lnSpc>
                <a:spcPct val="107000"/>
              </a:lnSpc>
              <a:spcBef>
                <a:spcPts val="500"/>
              </a:spcBef>
              <a:spcAft>
                <a:spcPts val="400"/>
              </a:spcAft>
            </a:pPr>
            <a:endParaRPr lang="en-US" sz="475">
              <a:solidFill>
                <a:prstClr val="white"/>
              </a:solidFill>
              <a:latin typeface="Work Sans Light" pitchFamily="2" charset="77"/>
            </a:endParaRPr>
          </a:p>
        </p:txBody>
      </p:sp>
      <p:grpSp>
        <p:nvGrpSpPr>
          <p:cNvPr id="1059" name="Group 1058">
            <a:extLst>
              <a:ext uri="{FF2B5EF4-FFF2-40B4-BE49-F238E27FC236}">
                <a16:creationId xmlns:a16="http://schemas.microsoft.com/office/drawing/2014/main" id="{A76FC034-3525-29F0-2105-D410EB35C3F1}"/>
              </a:ext>
            </a:extLst>
          </p:cNvPr>
          <p:cNvGrpSpPr/>
          <p:nvPr/>
        </p:nvGrpSpPr>
        <p:grpSpPr>
          <a:xfrm>
            <a:off x="1709113" y="4723129"/>
            <a:ext cx="1308259" cy="512323"/>
            <a:chOff x="1761015" y="4594313"/>
            <a:chExt cx="1308259" cy="512323"/>
          </a:xfrm>
        </p:grpSpPr>
        <p:grpSp>
          <p:nvGrpSpPr>
            <p:cNvPr id="122" name="Group 121">
              <a:extLst>
                <a:ext uri="{FF2B5EF4-FFF2-40B4-BE49-F238E27FC236}">
                  <a16:creationId xmlns:a16="http://schemas.microsoft.com/office/drawing/2014/main" id="{6B08962D-0729-1CD4-1D3B-7593F307226C}"/>
                </a:ext>
              </a:extLst>
            </p:cNvPr>
            <p:cNvGrpSpPr/>
            <p:nvPr/>
          </p:nvGrpSpPr>
          <p:grpSpPr>
            <a:xfrm>
              <a:off x="1881519" y="4694636"/>
              <a:ext cx="977768" cy="197066"/>
              <a:chOff x="11026632" y="6764694"/>
              <a:chExt cx="1955535" cy="353759"/>
            </a:xfrm>
          </p:grpSpPr>
          <p:sp>
            <p:nvSpPr>
              <p:cNvPr id="1051" name="Rectangle 1050">
                <a:extLst>
                  <a:ext uri="{FF2B5EF4-FFF2-40B4-BE49-F238E27FC236}">
                    <a16:creationId xmlns:a16="http://schemas.microsoft.com/office/drawing/2014/main" id="{4D8C6C99-C41A-39FB-2EF5-271D1F18AA8A}"/>
                  </a:ext>
                </a:extLst>
              </p:cNvPr>
              <p:cNvSpPr/>
              <p:nvPr/>
            </p:nvSpPr>
            <p:spPr>
              <a:xfrm>
                <a:off x="11026632" y="6771152"/>
                <a:ext cx="355743" cy="347301"/>
              </a:xfrm>
              <a:prstGeom prst="rect">
                <a:avLst/>
              </a:prstGeom>
              <a:solidFill>
                <a:srgbClr val="F7EEED"/>
              </a:solidFill>
              <a:ln w="15875" cap="flat" cmpd="dbl">
                <a:solidFill>
                  <a:srgbClr val="FF3A24"/>
                </a:solid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ctr">
                <a:noAutofit/>
              </a:bodyPr>
              <a:lstStyle/>
              <a:p>
                <a:pPr hangingPunct="0"/>
                <a:r>
                  <a:rPr lang="en-US" sz="525">
                    <a:solidFill>
                      <a:srgbClr val="000000"/>
                    </a:solidFill>
                    <a:latin typeface="Calibri" panose="020F0502020204030204"/>
                    <a:sym typeface="Arial"/>
                  </a:rPr>
                  <a:t>0.5</a:t>
                </a:r>
              </a:p>
            </p:txBody>
          </p:sp>
          <p:sp>
            <p:nvSpPr>
              <p:cNvPr id="1052" name="Rectangle 1051">
                <a:extLst>
                  <a:ext uri="{FF2B5EF4-FFF2-40B4-BE49-F238E27FC236}">
                    <a16:creationId xmlns:a16="http://schemas.microsoft.com/office/drawing/2014/main" id="{1A61A82B-D7F6-D92C-2C1F-988E8DAAE735}"/>
                  </a:ext>
                </a:extLst>
              </p:cNvPr>
              <p:cNvSpPr/>
              <p:nvPr/>
            </p:nvSpPr>
            <p:spPr>
              <a:xfrm>
                <a:off x="11426580" y="6771152"/>
                <a:ext cx="355743" cy="347301"/>
              </a:xfrm>
              <a:prstGeom prst="rect">
                <a:avLst/>
              </a:prstGeom>
              <a:solidFill>
                <a:srgbClr val="F7EEED"/>
              </a:solidFill>
              <a:ln w="15875" cap="flat" cmpd="dbl">
                <a:solidFill>
                  <a:srgbClr val="FF3A24"/>
                </a:solid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ctr">
                <a:noAutofit/>
              </a:bodyPr>
              <a:lstStyle/>
              <a:p>
                <a:pPr hangingPunct="0"/>
                <a:r>
                  <a:rPr lang="en-US" sz="525">
                    <a:solidFill>
                      <a:srgbClr val="000000"/>
                    </a:solidFill>
                    <a:latin typeface="Calibri" panose="020F0502020204030204"/>
                    <a:sym typeface="Arial"/>
                  </a:rPr>
                  <a:t>0.7</a:t>
                </a:r>
              </a:p>
            </p:txBody>
          </p:sp>
          <p:sp>
            <p:nvSpPr>
              <p:cNvPr id="1053" name="Rectangle 1052">
                <a:extLst>
                  <a:ext uri="{FF2B5EF4-FFF2-40B4-BE49-F238E27FC236}">
                    <a16:creationId xmlns:a16="http://schemas.microsoft.com/office/drawing/2014/main" id="{CC2A60A2-660B-94CE-EFE8-8085AA41C866}"/>
                  </a:ext>
                </a:extLst>
              </p:cNvPr>
              <p:cNvSpPr/>
              <p:nvPr/>
            </p:nvSpPr>
            <p:spPr>
              <a:xfrm>
                <a:off x="11826528" y="6771152"/>
                <a:ext cx="355743" cy="347301"/>
              </a:xfrm>
              <a:prstGeom prst="rect">
                <a:avLst/>
              </a:prstGeom>
              <a:solidFill>
                <a:srgbClr val="F7EEED"/>
              </a:solidFill>
              <a:ln w="15875" cap="flat" cmpd="dbl">
                <a:solidFill>
                  <a:srgbClr val="FF3A24"/>
                </a:solid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ctr">
                <a:noAutofit/>
              </a:bodyPr>
              <a:lstStyle/>
              <a:p>
                <a:pPr hangingPunct="0"/>
                <a:r>
                  <a:rPr lang="en-US" sz="525">
                    <a:solidFill>
                      <a:srgbClr val="000000"/>
                    </a:solidFill>
                    <a:latin typeface="Calibri" panose="020F0502020204030204"/>
                    <a:sym typeface="Arial"/>
                  </a:rPr>
                  <a:t>0.8</a:t>
                </a:r>
              </a:p>
            </p:txBody>
          </p:sp>
          <p:sp>
            <p:nvSpPr>
              <p:cNvPr id="1054" name="Rectangle 1053">
                <a:extLst>
                  <a:ext uri="{FF2B5EF4-FFF2-40B4-BE49-F238E27FC236}">
                    <a16:creationId xmlns:a16="http://schemas.microsoft.com/office/drawing/2014/main" id="{C4CAD052-55E6-CEF0-70EF-F337CA1281DB}"/>
                  </a:ext>
                </a:extLst>
              </p:cNvPr>
              <p:cNvSpPr/>
              <p:nvPr/>
            </p:nvSpPr>
            <p:spPr>
              <a:xfrm>
                <a:off x="12226476" y="6771152"/>
                <a:ext cx="355743" cy="347301"/>
              </a:xfrm>
              <a:prstGeom prst="rect">
                <a:avLst/>
              </a:prstGeom>
              <a:solidFill>
                <a:srgbClr val="F7EEED"/>
              </a:solidFill>
              <a:ln w="15875" cap="flat" cmpd="dbl">
                <a:solidFill>
                  <a:srgbClr val="FF3A24"/>
                </a:solid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ctr">
                <a:noAutofit/>
              </a:bodyPr>
              <a:lstStyle/>
              <a:p>
                <a:pPr hangingPunct="0"/>
                <a:r>
                  <a:rPr lang="en-US" sz="525">
                    <a:solidFill>
                      <a:srgbClr val="000000"/>
                    </a:solidFill>
                    <a:latin typeface="Calibri" panose="020F0502020204030204"/>
                    <a:sym typeface="Arial"/>
                  </a:rPr>
                  <a:t>0.3</a:t>
                </a:r>
              </a:p>
            </p:txBody>
          </p:sp>
          <p:sp>
            <p:nvSpPr>
              <p:cNvPr id="1055" name="Rectangle 1054">
                <a:extLst>
                  <a:ext uri="{FF2B5EF4-FFF2-40B4-BE49-F238E27FC236}">
                    <a16:creationId xmlns:a16="http://schemas.microsoft.com/office/drawing/2014/main" id="{2165CE90-C8AF-4606-B86D-B80BAF941C00}"/>
                  </a:ext>
                </a:extLst>
              </p:cNvPr>
              <p:cNvSpPr/>
              <p:nvPr/>
            </p:nvSpPr>
            <p:spPr>
              <a:xfrm>
                <a:off x="12626424" y="6771152"/>
                <a:ext cx="355743" cy="347301"/>
              </a:xfrm>
              <a:prstGeom prst="rect">
                <a:avLst/>
              </a:prstGeom>
              <a:solidFill>
                <a:srgbClr val="F7EEED"/>
              </a:solidFill>
              <a:ln w="15875" cap="flat" cmpd="dbl">
                <a:solidFill>
                  <a:srgbClr val="FF3A24"/>
                </a:solid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ctr">
                <a:noAutofit/>
              </a:bodyPr>
              <a:lstStyle/>
              <a:p>
                <a:pPr hangingPunct="0"/>
                <a:r>
                  <a:rPr lang="en-US" sz="525">
                    <a:solidFill>
                      <a:srgbClr val="000000"/>
                    </a:solidFill>
                    <a:latin typeface="Calibri" panose="020F0502020204030204"/>
                    <a:sym typeface="Arial"/>
                  </a:rPr>
                  <a:t>0.9</a:t>
                </a:r>
              </a:p>
            </p:txBody>
          </p:sp>
          <p:sp>
            <p:nvSpPr>
              <p:cNvPr id="1056" name="Rectangle 1055">
                <a:extLst>
                  <a:ext uri="{FF2B5EF4-FFF2-40B4-BE49-F238E27FC236}">
                    <a16:creationId xmlns:a16="http://schemas.microsoft.com/office/drawing/2014/main" id="{7E335C11-2768-FAD2-DCC1-E44EB049A434}"/>
                  </a:ext>
                </a:extLst>
              </p:cNvPr>
              <p:cNvSpPr/>
              <p:nvPr/>
            </p:nvSpPr>
            <p:spPr>
              <a:xfrm>
                <a:off x="11059238" y="6764694"/>
                <a:ext cx="355743" cy="347301"/>
              </a:xfrm>
              <a:prstGeom prst="rect">
                <a:avLst/>
              </a:prstGeom>
              <a:solidFill>
                <a:srgbClr val="F7EEED"/>
              </a:solidFill>
              <a:ln w="15875" cap="flat" cmpd="dbl">
                <a:solidFill>
                  <a:srgbClr val="FF3A24"/>
                </a:solid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ctr">
                <a:noAutofit/>
              </a:bodyPr>
              <a:lstStyle/>
              <a:p>
                <a:pPr hangingPunct="0"/>
                <a:r>
                  <a:rPr lang="en-US" sz="525">
                    <a:solidFill>
                      <a:srgbClr val="000000"/>
                    </a:solidFill>
                    <a:latin typeface="Calibri" panose="020F0502020204030204"/>
                    <a:sym typeface="Arial"/>
                  </a:rPr>
                  <a:t>0.5</a:t>
                </a:r>
              </a:p>
            </p:txBody>
          </p:sp>
          <p:sp>
            <p:nvSpPr>
              <p:cNvPr id="1057" name="Rectangle 1056">
                <a:extLst>
                  <a:ext uri="{FF2B5EF4-FFF2-40B4-BE49-F238E27FC236}">
                    <a16:creationId xmlns:a16="http://schemas.microsoft.com/office/drawing/2014/main" id="{7D354AFC-7BE3-1801-F042-98FF46E59031}"/>
                  </a:ext>
                </a:extLst>
              </p:cNvPr>
              <p:cNvSpPr/>
              <p:nvPr/>
            </p:nvSpPr>
            <p:spPr>
              <a:xfrm>
                <a:off x="11459186" y="6764694"/>
                <a:ext cx="355743" cy="347301"/>
              </a:xfrm>
              <a:prstGeom prst="rect">
                <a:avLst/>
              </a:prstGeom>
              <a:solidFill>
                <a:srgbClr val="F7EEED"/>
              </a:solidFill>
              <a:ln w="15875" cap="flat" cmpd="dbl">
                <a:solidFill>
                  <a:srgbClr val="FF3A24"/>
                </a:solid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ctr">
                <a:noAutofit/>
              </a:bodyPr>
              <a:lstStyle/>
              <a:p>
                <a:pPr hangingPunct="0"/>
                <a:r>
                  <a:rPr lang="en-US" sz="525">
                    <a:solidFill>
                      <a:srgbClr val="000000"/>
                    </a:solidFill>
                    <a:latin typeface="Calibri" panose="020F0502020204030204"/>
                    <a:sym typeface="Arial"/>
                  </a:rPr>
                  <a:t>0.7</a:t>
                </a:r>
              </a:p>
            </p:txBody>
          </p:sp>
        </p:grpSp>
        <p:grpSp>
          <p:nvGrpSpPr>
            <p:cNvPr id="123" name="Group 122">
              <a:extLst>
                <a:ext uri="{FF2B5EF4-FFF2-40B4-BE49-F238E27FC236}">
                  <a16:creationId xmlns:a16="http://schemas.microsoft.com/office/drawing/2014/main" id="{87B7157F-5177-5261-CFA2-EBB7E9B7D668}"/>
                </a:ext>
              </a:extLst>
            </p:cNvPr>
            <p:cNvGrpSpPr/>
            <p:nvPr/>
          </p:nvGrpSpPr>
          <p:grpSpPr>
            <a:xfrm>
              <a:off x="1957719" y="4783126"/>
              <a:ext cx="977768" cy="200020"/>
              <a:chOff x="11026632" y="6771152"/>
              <a:chExt cx="1955535" cy="359063"/>
            </a:xfrm>
          </p:grpSpPr>
          <p:sp>
            <p:nvSpPr>
              <p:cNvPr id="1046" name="Rectangle 1045">
                <a:extLst>
                  <a:ext uri="{FF2B5EF4-FFF2-40B4-BE49-F238E27FC236}">
                    <a16:creationId xmlns:a16="http://schemas.microsoft.com/office/drawing/2014/main" id="{571CF1BB-367D-937D-6430-54EDA6A09B1B}"/>
                  </a:ext>
                </a:extLst>
              </p:cNvPr>
              <p:cNvSpPr/>
              <p:nvPr/>
            </p:nvSpPr>
            <p:spPr>
              <a:xfrm>
                <a:off x="11026632" y="6771152"/>
                <a:ext cx="355743" cy="347301"/>
              </a:xfrm>
              <a:prstGeom prst="rect">
                <a:avLst/>
              </a:prstGeom>
              <a:solidFill>
                <a:srgbClr val="F7EEED"/>
              </a:solidFill>
              <a:ln w="15875" cap="flat" cmpd="dbl">
                <a:solidFill>
                  <a:srgbClr val="FF3A24"/>
                </a:solid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ctr">
                <a:noAutofit/>
              </a:bodyPr>
              <a:lstStyle/>
              <a:p>
                <a:pPr hangingPunct="0"/>
                <a:r>
                  <a:rPr lang="en-US" sz="525">
                    <a:solidFill>
                      <a:srgbClr val="000000"/>
                    </a:solidFill>
                    <a:latin typeface="Calibri" panose="020F0502020204030204"/>
                    <a:sym typeface="Arial"/>
                  </a:rPr>
                  <a:t>0.5</a:t>
                </a:r>
              </a:p>
            </p:txBody>
          </p:sp>
          <p:sp>
            <p:nvSpPr>
              <p:cNvPr id="1047" name="Rectangle 1046">
                <a:extLst>
                  <a:ext uri="{FF2B5EF4-FFF2-40B4-BE49-F238E27FC236}">
                    <a16:creationId xmlns:a16="http://schemas.microsoft.com/office/drawing/2014/main" id="{0A71DCF4-975B-AD86-9185-CCC4488EDB83}"/>
                  </a:ext>
                </a:extLst>
              </p:cNvPr>
              <p:cNvSpPr/>
              <p:nvPr/>
            </p:nvSpPr>
            <p:spPr>
              <a:xfrm>
                <a:off x="11426580" y="6771153"/>
                <a:ext cx="355743" cy="347301"/>
              </a:xfrm>
              <a:prstGeom prst="rect">
                <a:avLst/>
              </a:prstGeom>
              <a:solidFill>
                <a:srgbClr val="F7EEED"/>
              </a:solidFill>
              <a:ln w="15875" cap="flat" cmpd="dbl">
                <a:solidFill>
                  <a:srgbClr val="FF3A24"/>
                </a:solid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ctr">
                <a:noAutofit/>
              </a:bodyPr>
              <a:lstStyle/>
              <a:p>
                <a:pPr hangingPunct="0"/>
                <a:r>
                  <a:rPr lang="en-US" sz="525">
                    <a:solidFill>
                      <a:srgbClr val="000000"/>
                    </a:solidFill>
                    <a:latin typeface="Calibri" panose="020F0502020204030204"/>
                    <a:sym typeface="Arial"/>
                  </a:rPr>
                  <a:t>0.7</a:t>
                </a:r>
              </a:p>
            </p:txBody>
          </p:sp>
          <p:sp>
            <p:nvSpPr>
              <p:cNvPr id="1048" name="Rectangle 1047">
                <a:extLst>
                  <a:ext uri="{FF2B5EF4-FFF2-40B4-BE49-F238E27FC236}">
                    <a16:creationId xmlns:a16="http://schemas.microsoft.com/office/drawing/2014/main" id="{3B476291-84EC-95E0-1945-1E1A9C3F6F06}"/>
                  </a:ext>
                </a:extLst>
              </p:cNvPr>
              <p:cNvSpPr/>
              <p:nvPr/>
            </p:nvSpPr>
            <p:spPr>
              <a:xfrm>
                <a:off x="11826528" y="6771152"/>
                <a:ext cx="355743" cy="347301"/>
              </a:xfrm>
              <a:prstGeom prst="rect">
                <a:avLst/>
              </a:prstGeom>
              <a:solidFill>
                <a:srgbClr val="F7EEED"/>
              </a:solidFill>
              <a:ln w="15875" cap="flat" cmpd="dbl">
                <a:solidFill>
                  <a:srgbClr val="FF3A24"/>
                </a:solid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ctr">
                <a:noAutofit/>
              </a:bodyPr>
              <a:lstStyle/>
              <a:p>
                <a:pPr hangingPunct="0"/>
                <a:r>
                  <a:rPr lang="en-US" sz="525">
                    <a:solidFill>
                      <a:srgbClr val="000000"/>
                    </a:solidFill>
                    <a:latin typeface="Calibri" panose="020F0502020204030204"/>
                    <a:sym typeface="Arial"/>
                  </a:rPr>
                  <a:t>0.8</a:t>
                </a:r>
              </a:p>
            </p:txBody>
          </p:sp>
          <p:sp>
            <p:nvSpPr>
              <p:cNvPr id="1049" name="Rectangle 1048">
                <a:extLst>
                  <a:ext uri="{FF2B5EF4-FFF2-40B4-BE49-F238E27FC236}">
                    <a16:creationId xmlns:a16="http://schemas.microsoft.com/office/drawing/2014/main" id="{A36BF8EC-0AEA-A12F-4F8A-12F52C1F476D}"/>
                  </a:ext>
                </a:extLst>
              </p:cNvPr>
              <p:cNvSpPr/>
              <p:nvPr/>
            </p:nvSpPr>
            <p:spPr>
              <a:xfrm>
                <a:off x="12226475" y="6782914"/>
                <a:ext cx="355744" cy="347301"/>
              </a:xfrm>
              <a:prstGeom prst="rect">
                <a:avLst/>
              </a:prstGeom>
              <a:solidFill>
                <a:srgbClr val="F7EEED"/>
              </a:solidFill>
              <a:ln w="15875" cap="flat" cmpd="dbl">
                <a:solidFill>
                  <a:srgbClr val="FF3A24"/>
                </a:solid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ctr">
                <a:noAutofit/>
              </a:bodyPr>
              <a:lstStyle/>
              <a:p>
                <a:pPr hangingPunct="0"/>
                <a:r>
                  <a:rPr lang="en-US" sz="525">
                    <a:solidFill>
                      <a:srgbClr val="000000"/>
                    </a:solidFill>
                    <a:latin typeface="Calibri" panose="020F0502020204030204"/>
                    <a:sym typeface="Arial"/>
                  </a:rPr>
                  <a:t>0.3</a:t>
                </a:r>
              </a:p>
            </p:txBody>
          </p:sp>
          <p:sp>
            <p:nvSpPr>
              <p:cNvPr id="1050" name="Rectangle 1049">
                <a:extLst>
                  <a:ext uri="{FF2B5EF4-FFF2-40B4-BE49-F238E27FC236}">
                    <a16:creationId xmlns:a16="http://schemas.microsoft.com/office/drawing/2014/main" id="{DCA0DAFD-567E-A5B1-B709-BF112E1571F1}"/>
                  </a:ext>
                </a:extLst>
              </p:cNvPr>
              <p:cNvSpPr/>
              <p:nvPr/>
            </p:nvSpPr>
            <p:spPr>
              <a:xfrm>
                <a:off x="12626424" y="6771152"/>
                <a:ext cx="355743" cy="347301"/>
              </a:xfrm>
              <a:prstGeom prst="rect">
                <a:avLst/>
              </a:prstGeom>
              <a:solidFill>
                <a:srgbClr val="F7EEED"/>
              </a:solidFill>
              <a:ln w="15875" cap="flat" cmpd="dbl">
                <a:solidFill>
                  <a:srgbClr val="FF3A24"/>
                </a:solid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ctr">
                <a:noAutofit/>
              </a:bodyPr>
              <a:lstStyle/>
              <a:p>
                <a:pPr hangingPunct="0"/>
                <a:r>
                  <a:rPr lang="en-US" sz="525">
                    <a:solidFill>
                      <a:srgbClr val="000000"/>
                    </a:solidFill>
                    <a:latin typeface="Calibri" panose="020F0502020204030204"/>
                    <a:sym typeface="Arial"/>
                  </a:rPr>
                  <a:t>0.9</a:t>
                </a:r>
              </a:p>
            </p:txBody>
          </p:sp>
        </p:grpSp>
        <p:sp>
          <p:nvSpPr>
            <p:cNvPr id="1058" name="Rectangle 1057">
              <a:extLst>
                <a:ext uri="{FF2B5EF4-FFF2-40B4-BE49-F238E27FC236}">
                  <a16:creationId xmlns:a16="http://schemas.microsoft.com/office/drawing/2014/main" id="{ED2D4486-FA61-279B-762B-E148E3A0DBA4}"/>
                </a:ext>
              </a:extLst>
            </p:cNvPr>
            <p:cNvSpPr/>
            <p:nvPr/>
          </p:nvSpPr>
          <p:spPr>
            <a:xfrm>
              <a:off x="1761015" y="4594313"/>
              <a:ext cx="1308259" cy="512323"/>
            </a:xfrm>
            <a:prstGeom prst="rect">
              <a:avLst/>
            </a:prstGeom>
            <a:noFill/>
            <a:ln w="15875" cap="flat" cmpd="dbl">
              <a:solidFill>
                <a:srgbClr val="FF3A24"/>
              </a:solid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ctr">
              <a:noAutofit/>
            </a:bodyPr>
            <a:lstStyle/>
            <a:p>
              <a:pPr hangingPunct="0"/>
              <a:endParaRPr lang="en-US" sz="1100">
                <a:solidFill>
                  <a:srgbClr val="000000"/>
                </a:solidFill>
                <a:latin typeface="Calibri" panose="020F0502020204030204"/>
                <a:sym typeface="Arial"/>
              </a:endParaRPr>
            </a:p>
          </p:txBody>
        </p:sp>
      </p:grpSp>
      <p:sp>
        <p:nvSpPr>
          <p:cNvPr id="1060" name="TextBox 1059">
            <a:extLst>
              <a:ext uri="{FF2B5EF4-FFF2-40B4-BE49-F238E27FC236}">
                <a16:creationId xmlns:a16="http://schemas.microsoft.com/office/drawing/2014/main" id="{14C16941-81D0-9A97-30CF-9AFFDB6BB528}"/>
              </a:ext>
            </a:extLst>
          </p:cNvPr>
          <p:cNvSpPr txBox="1"/>
          <p:nvPr/>
        </p:nvSpPr>
        <p:spPr>
          <a:xfrm>
            <a:off x="1709113" y="5297310"/>
            <a:ext cx="1196918" cy="193468"/>
          </a:xfrm>
          <a:prstGeom prst="rect">
            <a:avLst/>
          </a:prstGeom>
          <a:noFill/>
          <a:effectLst/>
        </p:spPr>
        <p:txBody>
          <a:bodyPr wrap="square">
            <a:noAutofit/>
          </a:bodyPr>
          <a:lstStyle/>
          <a:p>
            <a:pPr algn="ctr" defTabSz="457200"/>
            <a:r>
              <a:rPr lang="en-US" sz="900" dirty="0">
                <a:solidFill>
                  <a:prstClr val="black">
                    <a:lumMod val="85000"/>
                    <a:lumOff val="15000"/>
                  </a:prstClr>
                </a:solidFill>
                <a:latin typeface="Work Sans Medium" pitchFamily="2" charset="0"/>
              </a:rPr>
              <a:t>Embeddings</a:t>
            </a:r>
          </a:p>
        </p:txBody>
      </p:sp>
      <p:sp>
        <p:nvSpPr>
          <p:cNvPr id="1061" name="Rectangle 1060">
            <a:extLst>
              <a:ext uri="{FF2B5EF4-FFF2-40B4-BE49-F238E27FC236}">
                <a16:creationId xmlns:a16="http://schemas.microsoft.com/office/drawing/2014/main" id="{29BEF19A-85FF-15F1-ECDE-AA8E197F223A}"/>
              </a:ext>
            </a:extLst>
          </p:cNvPr>
          <p:cNvSpPr/>
          <p:nvPr/>
        </p:nvSpPr>
        <p:spPr>
          <a:xfrm>
            <a:off x="3328051" y="4723129"/>
            <a:ext cx="989889" cy="529951"/>
          </a:xfrm>
          <a:prstGeom prst="rect">
            <a:avLst/>
          </a:prstGeom>
          <a:noFill/>
          <a:ln w="15875" cap="flat" cmpd="dbl">
            <a:solidFill>
              <a:srgbClr val="FF3A24"/>
            </a:solid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ctr">
            <a:noAutofit/>
          </a:bodyPr>
          <a:lstStyle/>
          <a:p>
            <a:pPr hangingPunct="0"/>
            <a:endParaRPr lang="en-US" sz="1100">
              <a:solidFill>
                <a:srgbClr val="000000"/>
              </a:solidFill>
              <a:latin typeface="Calibri" panose="020F0502020204030204"/>
              <a:sym typeface="Arial"/>
            </a:endParaRPr>
          </a:p>
        </p:txBody>
      </p:sp>
      <p:sp>
        <p:nvSpPr>
          <p:cNvPr id="1062" name="TextBox 1061">
            <a:extLst>
              <a:ext uri="{FF2B5EF4-FFF2-40B4-BE49-F238E27FC236}">
                <a16:creationId xmlns:a16="http://schemas.microsoft.com/office/drawing/2014/main" id="{2CC18EAA-22C8-30BD-64C2-56E19A1AA211}"/>
              </a:ext>
            </a:extLst>
          </p:cNvPr>
          <p:cNvSpPr txBox="1"/>
          <p:nvPr/>
        </p:nvSpPr>
        <p:spPr>
          <a:xfrm>
            <a:off x="3339087" y="4874671"/>
            <a:ext cx="976577" cy="207342"/>
          </a:xfrm>
          <a:prstGeom prst="rect">
            <a:avLst/>
          </a:prstGeom>
          <a:noFill/>
          <a:effectLst/>
        </p:spPr>
        <p:txBody>
          <a:bodyPr wrap="square">
            <a:noAutofit/>
          </a:bodyPr>
          <a:lstStyle/>
          <a:p>
            <a:pPr algn="ctr" defTabSz="457200"/>
            <a:r>
              <a:rPr lang="en-US" sz="900" dirty="0">
                <a:solidFill>
                  <a:prstClr val="black">
                    <a:lumMod val="85000"/>
                    <a:lumOff val="15000"/>
                  </a:prstClr>
                </a:solidFill>
                <a:latin typeface="Work Sans Medium" pitchFamily="2" charset="0"/>
              </a:rPr>
              <a:t>RAG Retriever</a:t>
            </a:r>
          </a:p>
        </p:txBody>
      </p:sp>
      <p:sp>
        <p:nvSpPr>
          <p:cNvPr id="1064" name="Arrow: Right 19">
            <a:extLst>
              <a:ext uri="{FF2B5EF4-FFF2-40B4-BE49-F238E27FC236}">
                <a16:creationId xmlns:a16="http://schemas.microsoft.com/office/drawing/2014/main" id="{C0AD2046-6E60-0CCB-8318-30EC3469B92A}"/>
              </a:ext>
            </a:extLst>
          </p:cNvPr>
          <p:cNvSpPr/>
          <p:nvPr/>
        </p:nvSpPr>
        <p:spPr>
          <a:xfrm>
            <a:off x="3091764" y="4858691"/>
            <a:ext cx="208107" cy="254689"/>
          </a:xfrm>
          <a:prstGeom prst="rightArrow">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lnSpc>
                <a:spcPct val="107000"/>
              </a:lnSpc>
              <a:spcBef>
                <a:spcPts val="500"/>
              </a:spcBef>
              <a:spcAft>
                <a:spcPts val="400"/>
              </a:spcAft>
            </a:pPr>
            <a:endParaRPr lang="en-US" sz="475">
              <a:solidFill>
                <a:prstClr val="white"/>
              </a:solidFill>
              <a:latin typeface="Work Sans Light" pitchFamily="2" charset="77"/>
            </a:endParaRPr>
          </a:p>
        </p:txBody>
      </p:sp>
      <p:sp>
        <p:nvSpPr>
          <p:cNvPr id="1065" name="Arrow: Right 19">
            <a:extLst>
              <a:ext uri="{FF2B5EF4-FFF2-40B4-BE49-F238E27FC236}">
                <a16:creationId xmlns:a16="http://schemas.microsoft.com/office/drawing/2014/main" id="{869C8A39-2F20-777C-D49F-D21053689106}"/>
              </a:ext>
            </a:extLst>
          </p:cNvPr>
          <p:cNvSpPr/>
          <p:nvPr/>
        </p:nvSpPr>
        <p:spPr>
          <a:xfrm>
            <a:off x="4396146" y="4858691"/>
            <a:ext cx="208107" cy="254689"/>
          </a:xfrm>
          <a:prstGeom prst="rightArrow">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lnSpc>
                <a:spcPct val="107000"/>
              </a:lnSpc>
              <a:spcBef>
                <a:spcPts val="500"/>
              </a:spcBef>
              <a:spcAft>
                <a:spcPts val="400"/>
              </a:spcAft>
            </a:pPr>
            <a:endParaRPr lang="en-US" sz="475">
              <a:solidFill>
                <a:prstClr val="white"/>
              </a:solidFill>
              <a:latin typeface="Work Sans Light" pitchFamily="2" charset="77"/>
            </a:endParaRPr>
          </a:p>
        </p:txBody>
      </p:sp>
      <p:sp>
        <p:nvSpPr>
          <p:cNvPr id="1067" name="Rectangle 1066">
            <a:extLst>
              <a:ext uri="{FF2B5EF4-FFF2-40B4-BE49-F238E27FC236}">
                <a16:creationId xmlns:a16="http://schemas.microsoft.com/office/drawing/2014/main" id="{D6BFA46B-20B8-2D3B-0BD1-FD53F3A0E34B}"/>
              </a:ext>
            </a:extLst>
          </p:cNvPr>
          <p:cNvSpPr/>
          <p:nvPr/>
        </p:nvSpPr>
        <p:spPr>
          <a:xfrm>
            <a:off x="4682459" y="4622820"/>
            <a:ext cx="738612" cy="641007"/>
          </a:xfrm>
          <a:prstGeom prst="rect">
            <a:avLst/>
          </a:prstGeom>
          <a:noFill/>
          <a:ln w="15875" cap="flat" cmpd="dbl">
            <a:solidFill>
              <a:srgbClr val="FF3A24"/>
            </a:solid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ctr">
            <a:noAutofit/>
          </a:bodyPr>
          <a:lstStyle/>
          <a:p>
            <a:pPr hangingPunct="0"/>
            <a:endParaRPr lang="en-US" sz="1100">
              <a:solidFill>
                <a:srgbClr val="000000"/>
              </a:solidFill>
              <a:latin typeface="Calibri" panose="020F0502020204030204"/>
              <a:sym typeface="Arial"/>
            </a:endParaRPr>
          </a:p>
        </p:txBody>
      </p:sp>
      <p:sp>
        <p:nvSpPr>
          <p:cNvPr id="1069" name="Arrow: Right 19">
            <a:extLst>
              <a:ext uri="{FF2B5EF4-FFF2-40B4-BE49-F238E27FC236}">
                <a16:creationId xmlns:a16="http://schemas.microsoft.com/office/drawing/2014/main" id="{660C9139-1D3E-CB85-0B7E-0D20254EA5C7}"/>
              </a:ext>
            </a:extLst>
          </p:cNvPr>
          <p:cNvSpPr/>
          <p:nvPr/>
        </p:nvSpPr>
        <p:spPr>
          <a:xfrm>
            <a:off x="5505917" y="4859069"/>
            <a:ext cx="208107" cy="254689"/>
          </a:xfrm>
          <a:prstGeom prst="rightArrow">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lnSpc>
                <a:spcPct val="107000"/>
              </a:lnSpc>
              <a:spcBef>
                <a:spcPts val="500"/>
              </a:spcBef>
              <a:spcAft>
                <a:spcPts val="400"/>
              </a:spcAft>
            </a:pPr>
            <a:endParaRPr lang="en-US" sz="475">
              <a:solidFill>
                <a:prstClr val="white"/>
              </a:solidFill>
              <a:latin typeface="Work Sans Light" pitchFamily="2" charset="77"/>
            </a:endParaRPr>
          </a:p>
        </p:txBody>
      </p:sp>
      <p:pic>
        <p:nvPicPr>
          <p:cNvPr id="1070" name="Picture 1069" descr="A black background with a black square&#10;&#10;Description automatically generated with medium confidence">
            <a:extLst>
              <a:ext uri="{FF2B5EF4-FFF2-40B4-BE49-F238E27FC236}">
                <a16:creationId xmlns:a16="http://schemas.microsoft.com/office/drawing/2014/main" id="{E463EC7D-A005-4477-BC44-1EAFEBED03B0}"/>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4809130" y="4681421"/>
            <a:ext cx="483504" cy="538683"/>
          </a:xfrm>
          <a:prstGeom prst="rect">
            <a:avLst/>
          </a:prstGeom>
        </p:spPr>
      </p:pic>
      <p:sp>
        <p:nvSpPr>
          <p:cNvPr id="1079" name="TextBox 1078">
            <a:extLst>
              <a:ext uri="{FF2B5EF4-FFF2-40B4-BE49-F238E27FC236}">
                <a16:creationId xmlns:a16="http://schemas.microsoft.com/office/drawing/2014/main" id="{E56C468A-9076-B6EC-5EA4-9A6219B767B9}"/>
              </a:ext>
            </a:extLst>
          </p:cNvPr>
          <p:cNvSpPr txBox="1"/>
          <p:nvPr/>
        </p:nvSpPr>
        <p:spPr>
          <a:xfrm>
            <a:off x="4147194" y="4132373"/>
            <a:ext cx="1196918" cy="348302"/>
          </a:xfrm>
          <a:prstGeom prst="rect">
            <a:avLst/>
          </a:prstGeom>
          <a:noFill/>
          <a:effectLst/>
        </p:spPr>
        <p:txBody>
          <a:bodyPr wrap="square">
            <a:noAutofit/>
          </a:bodyPr>
          <a:lstStyle/>
          <a:p>
            <a:pPr algn="ctr" defTabSz="457200"/>
            <a:r>
              <a:rPr lang="en-US" sz="900" dirty="0">
                <a:solidFill>
                  <a:prstClr val="black">
                    <a:lumMod val="85000"/>
                    <a:lumOff val="15000"/>
                  </a:prstClr>
                </a:solidFill>
                <a:latin typeface="Work Sans Medium" pitchFamily="2" charset="0"/>
              </a:rPr>
              <a:t>Retrieve </a:t>
            </a:r>
          </a:p>
          <a:p>
            <a:pPr algn="ctr" defTabSz="457200"/>
            <a:r>
              <a:rPr lang="en-US" sz="900" dirty="0">
                <a:solidFill>
                  <a:prstClr val="black">
                    <a:lumMod val="85000"/>
                    <a:lumOff val="15000"/>
                  </a:prstClr>
                </a:solidFill>
                <a:latin typeface="Work Sans Medium" pitchFamily="2" charset="0"/>
              </a:rPr>
              <a:t>  Contextual Data </a:t>
            </a:r>
          </a:p>
        </p:txBody>
      </p:sp>
      <p:sp>
        <p:nvSpPr>
          <p:cNvPr id="1082" name="TextBox 1081">
            <a:extLst>
              <a:ext uri="{FF2B5EF4-FFF2-40B4-BE49-F238E27FC236}">
                <a16:creationId xmlns:a16="http://schemas.microsoft.com/office/drawing/2014/main" id="{E40ABEF2-6B95-99EA-FAE5-CD1771E9E732}"/>
              </a:ext>
            </a:extLst>
          </p:cNvPr>
          <p:cNvSpPr txBox="1"/>
          <p:nvPr/>
        </p:nvSpPr>
        <p:spPr>
          <a:xfrm>
            <a:off x="4127584" y="5329483"/>
            <a:ext cx="1937046" cy="348302"/>
          </a:xfrm>
          <a:prstGeom prst="rect">
            <a:avLst/>
          </a:prstGeom>
          <a:noFill/>
          <a:effectLst/>
        </p:spPr>
        <p:txBody>
          <a:bodyPr wrap="square">
            <a:noAutofit/>
          </a:bodyPr>
          <a:lstStyle/>
          <a:p>
            <a:pPr algn="ctr" defTabSz="457200"/>
            <a:r>
              <a:rPr lang="en-US" sz="900" dirty="0">
                <a:solidFill>
                  <a:prstClr val="black">
                    <a:lumMod val="85000"/>
                    <a:lumOff val="15000"/>
                  </a:prstClr>
                </a:solidFill>
                <a:latin typeface="Work Sans Medium" pitchFamily="2" charset="0"/>
              </a:rPr>
              <a:t>LLM will process the contextual data and user query to get the best answer</a:t>
            </a:r>
          </a:p>
        </p:txBody>
      </p:sp>
    </p:spTree>
    <p:extLst>
      <p:ext uri="{BB962C8B-B14F-4D97-AF65-F5344CB8AC3E}">
        <p14:creationId xmlns:p14="http://schemas.microsoft.com/office/powerpoint/2010/main" val="3000967504"/>
      </p:ext>
    </p:extLst>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FCA53E-804C-9BBA-9FA0-71038D1CF90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8C8BE01-72D5-4585-049F-4C6A5DEE3226}"/>
              </a:ext>
            </a:extLst>
          </p:cNvPr>
          <p:cNvSpPr>
            <a:spLocks noGrp="1"/>
          </p:cNvSpPr>
          <p:nvPr>
            <p:ph type="title"/>
          </p:nvPr>
        </p:nvSpPr>
        <p:spPr/>
        <p:txBody>
          <a:bodyPr/>
          <a:lstStyle/>
          <a:p>
            <a:r>
              <a:rPr lang="en-US" dirty="0"/>
              <a:t>Salesforce Intelligence</a:t>
            </a:r>
          </a:p>
        </p:txBody>
      </p:sp>
      <p:sp>
        <p:nvSpPr>
          <p:cNvPr id="6" name="Arrow: Right 5">
            <a:extLst>
              <a:ext uri="{FF2B5EF4-FFF2-40B4-BE49-F238E27FC236}">
                <a16:creationId xmlns:a16="http://schemas.microsoft.com/office/drawing/2014/main" id="{47EECA4B-A336-4BC5-2E2E-004CA0C16F16}"/>
              </a:ext>
            </a:extLst>
          </p:cNvPr>
          <p:cNvSpPr/>
          <p:nvPr/>
        </p:nvSpPr>
        <p:spPr>
          <a:xfrm>
            <a:off x="1635037" y="2734315"/>
            <a:ext cx="208107" cy="254689"/>
          </a:xfrm>
          <a:prstGeom prst="rightArrow">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lnSpc>
                <a:spcPct val="107000"/>
              </a:lnSpc>
              <a:spcBef>
                <a:spcPts val="500"/>
              </a:spcBef>
              <a:spcAft>
                <a:spcPts val="400"/>
              </a:spcAft>
            </a:pPr>
            <a:endParaRPr lang="en-US" sz="475">
              <a:solidFill>
                <a:prstClr val="white"/>
              </a:solidFill>
              <a:latin typeface="Work Sans Light" pitchFamily="2" charset="77"/>
            </a:endParaRPr>
          </a:p>
        </p:txBody>
      </p:sp>
      <p:sp>
        <p:nvSpPr>
          <p:cNvPr id="7" name="Rectangle 6">
            <a:extLst>
              <a:ext uri="{FF2B5EF4-FFF2-40B4-BE49-F238E27FC236}">
                <a16:creationId xmlns:a16="http://schemas.microsoft.com/office/drawing/2014/main" id="{102959F6-84CA-CCB7-49BE-3982BA831D9F}"/>
              </a:ext>
            </a:extLst>
          </p:cNvPr>
          <p:cNvSpPr/>
          <p:nvPr/>
        </p:nvSpPr>
        <p:spPr>
          <a:xfrm>
            <a:off x="1997894" y="2326799"/>
            <a:ext cx="844697" cy="996553"/>
          </a:xfrm>
          <a:prstGeom prst="rect">
            <a:avLst/>
          </a:prstGeom>
          <a:noFill/>
          <a:ln w="15875" cap="flat" cmpd="dbl">
            <a:solidFill>
              <a:srgbClr val="FF3A24"/>
            </a:solid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ctr">
            <a:noAutofit/>
          </a:bodyPr>
          <a:lstStyle/>
          <a:p>
            <a:pPr hangingPunct="0"/>
            <a:endParaRPr lang="en-US" sz="1100">
              <a:solidFill>
                <a:srgbClr val="000000"/>
              </a:solidFill>
              <a:latin typeface="Calibri" panose="020F0502020204030204"/>
              <a:sym typeface="Arial"/>
            </a:endParaRPr>
          </a:p>
        </p:txBody>
      </p:sp>
      <p:sp>
        <p:nvSpPr>
          <p:cNvPr id="8" name="TextBox 7">
            <a:extLst>
              <a:ext uri="{FF2B5EF4-FFF2-40B4-BE49-F238E27FC236}">
                <a16:creationId xmlns:a16="http://schemas.microsoft.com/office/drawing/2014/main" id="{1AD22F4B-FEC5-87B4-C521-76B29852601F}"/>
              </a:ext>
            </a:extLst>
          </p:cNvPr>
          <p:cNvSpPr txBox="1"/>
          <p:nvPr/>
        </p:nvSpPr>
        <p:spPr>
          <a:xfrm>
            <a:off x="2033618" y="3365883"/>
            <a:ext cx="765587" cy="211855"/>
          </a:xfrm>
          <a:prstGeom prst="rect">
            <a:avLst/>
          </a:prstGeom>
          <a:noFill/>
          <a:effectLst/>
        </p:spPr>
        <p:txBody>
          <a:bodyPr wrap="square">
            <a:noAutofit/>
          </a:bodyPr>
          <a:lstStyle/>
          <a:p>
            <a:pPr algn="ctr" defTabSz="457200"/>
            <a:r>
              <a:rPr lang="en-US" sz="900" dirty="0">
                <a:solidFill>
                  <a:prstClr val="black">
                    <a:lumMod val="85000"/>
                    <a:lumOff val="15000"/>
                  </a:prstClr>
                </a:solidFill>
                <a:latin typeface="Work Sans Medium" pitchFamily="2" charset="0"/>
              </a:rPr>
              <a:t>Chunking</a:t>
            </a:r>
          </a:p>
        </p:txBody>
      </p:sp>
      <p:sp>
        <p:nvSpPr>
          <p:cNvPr id="15" name="TextBox 14">
            <a:extLst>
              <a:ext uri="{FF2B5EF4-FFF2-40B4-BE49-F238E27FC236}">
                <a16:creationId xmlns:a16="http://schemas.microsoft.com/office/drawing/2014/main" id="{A7F37054-E267-10AB-8D7B-91ABF7FC3F08}"/>
              </a:ext>
            </a:extLst>
          </p:cNvPr>
          <p:cNvSpPr txBox="1"/>
          <p:nvPr/>
        </p:nvSpPr>
        <p:spPr>
          <a:xfrm>
            <a:off x="775950" y="3153517"/>
            <a:ext cx="933163" cy="369332"/>
          </a:xfrm>
          <a:prstGeom prst="rect">
            <a:avLst/>
          </a:prstGeom>
          <a:noFill/>
        </p:spPr>
        <p:txBody>
          <a:bodyPr wrap="square">
            <a:spAutoFit/>
          </a:bodyPr>
          <a:lstStyle/>
          <a:p>
            <a:pPr algn="ctr" defTabSz="457200"/>
            <a:r>
              <a:rPr lang="en-US" sz="900" dirty="0">
                <a:solidFill>
                  <a:prstClr val="black"/>
                </a:solidFill>
                <a:latin typeface="Work Sans Medium"/>
              </a:rPr>
              <a:t>SFDC data as CSV</a:t>
            </a:r>
          </a:p>
        </p:txBody>
      </p:sp>
      <p:sp>
        <p:nvSpPr>
          <p:cNvPr id="20" name="Arrow: Right 19">
            <a:extLst>
              <a:ext uri="{FF2B5EF4-FFF2-40B4-BE49-F238E27FC236}">
                <a16:creationId xmlns:a16="http://schemas.microsoft.com/office/drawing/2014/main" id="{8F9595AF-E73E-F4E4-F83D-F8C2065C1A63}"/>
              </a:ext>
            </a:extLst>
          </p:cNvPr>
          <p:cNvSpPr/>
          <p:nvPr/>
        </p:nvSpPr>
        <p:spPr>
          <a:xfrm>
            <a:off x="4883746" y="2732683"/>
            <a:ext cx="208107" cy="254689"/>
          </a:xfrm>
          <a:prstGeom prst="rightArrow">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lnSpc>
                <a:spcPct val="107000"/>
              </a:lnSpc>
              <a:spcBef>
                <a:spcPts val="500"/>
              </a:spcBef>
              <a:spcAft>
                <a:spcPts val="400"/>
              </a:spcAft>
            </a:pPr>
            <a:endParaRPr lang="en-US" sz="475">
              <a:solidFill>
                <a:prstClr val="white"/>
              </a:solidFill>
              <a:latin typeface="Work Sans Light" pitchFamily="2" charset="77"/>
            </a:endParaRPr>
          </a:p>
        </p:txBody>
      </p:sp>
      <p:pic>
        <p:nvPicPr>
          <p:cNvPr id="37" name="Picture 36" descr="A black background with a black square&#10;&#10;Description automatically generated with medium confidence">
            <a:extLst>
              <a:ext uri="{FF2B5EF4-FFF2-40B4-BE49-F238E27FC236}">
                <a16:creationId xmlns:a16="http://schemas.microsoft.com/office/drawing/2014/main" id="{3E340D2C-E4B0-E3BB-EAF7-FBF499F8315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37462" y="4666056"/>
            <a:ext cx="459844" cy="512323"/>
          </a:xfrm>
          <a:prstGeom prst="rect">
            <a:avLst/>
          </a:prstGeom>
        </p:spPr>
      </p:pic>
      <p:pic>
        <p:nvPicPr>
          <p:cNvPr id="38" name="Picture 37" descr="A black background with a black square&#10;&#10;Description automatically generated with medium confidence">
            <a:extLst>
              <a:ext uri="{FF2B5EF4-FFF2-40B4-BE49-F238E27FC236}">
                <a16:creationId xmlns:a16="http://schemas.microsoft.com/office/drawing/2014/main" id="{15F37A94-FC4D-CD2C-9E7D-91C1B008938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852073" y="4822239"/>
            <a:ext cx="366329" cy="408135"/>
          </a:xfrm>
          <a:prstGeom prst="rect">
            <a:avLst/>
          </a:prstGeom>
        </p:spPr>
      </p:pic>
      <p:grpSp>
        <p:nvGrpSpPr>
          <p:cNvPr id="1083" name="Group 1082">
            <a:extLst>
              <a:ext uri="{FF2B5EF4-FFF2-40B4-BE49-F238E27FC236}">
                <a16:creationId xmlns:a16="http://schemas.microsoft.com/office/drawing/2014/main" id="{226B9E6E-3816-7664-8235-80964EBB6E96}"/>
              </a:ext>
            </a:extLst>
          </p:cNvPr>
          <p:cNvGrpSpPr/>
          <p:nvPr/>
        </p:nvGrpSpPr>
        <p:grpSpPr>
          <a:xfrm>
            <a:off x="3276108" y="2321725"/>
            <a:ext cx="1478723" cy="1235700"/>
            <a:chOff x="3069274" y="2321725"/>
            <a:chExt cx="1478723" cy="1235700"/>
          </a:xfrm>
        </p:grpSpPr>
        <p:sp>
          <p:nvSpPr>
            <p:cNvPr id="17" name="TextBox 16">
              <a:extLst>
                <a:ext uri="{FF2B5EF4-FFF2-40B4-BE49-F238E27FC236}">
                  <a16:creationId xmlns:a16="http://schemas.microsoft.com/office/drawing/2014/main" id="{4AEE65D5-DD9E-4278-4A80-F565BBE5BE85}"/>
                </a:ext>
              </a:extLst>
            </p:cNvPr>
            <p:cNvSpPr txBox="1"/>
            <p:nvPr/>
          </p:nvSpPr>
          <p:spPr>
            <a:xfrm>
              <a:off x="3210176" y="3363957"/>
              <a:ext cx="1196918" cy="193468"/>
            </a:xfrm>
            <a:prstGeom prst="rect">
              <a:avLst/>
            </a:prstGeom>
            <a:noFill/>
            <a:effectLst/>
          </p:spPr>
          <p:txBody>
            <a:bodyPr wrap="square">
              <a:noAutofit/>
            </a:bodyPr>
            <a:lstStyle/>
            <a:p>
              <a:pPr algn="ctr" defTabSz="457200"/>
              <a:r>
                <a:rPr lang="en-US" sz="900" dirty="0">
                  <a:solidFill>
                    <a:prstClr val="black">
                      <a:lumMod val="85000"/>
                      <a:lumOff val="15000"/>
                    </a:prstClr>
                  </a:solidFill>
                  <a:latin typeface="Work Sans Medium" pitchFamily="2" charset="0"/>
                </a:rPr>
                <a:t>Embeddings</a:t>
              </a:r>
            </a:p>
          </p:txBody>
        </p:sp>
        <p:grpSp>
          <p:nvGrpSpPr>
            <p:cNvPr id="247" name="Group 246">
              <a:extLst>
                <a:ext uri="{FF2B5EF4-FFF2-40B4-BE49-F238E27FC236}">
                  <a16:creationId xmlns:a16="http://schemas.microsoft.com/office/drawing/2014/main" id="{FCA7661D-0E56-3357-8E17-5807A28DE8E0}"/>
                </a:ext>
              </a:extLst>
            </p:cNvPr>
            <p:cNvGrpSpPr/>
            <p:nvPr/>
          </p:nvGrpSpPr>
          <p:grpSpPr>
            <a:xfrm>
              <a:off x="3189778" y="2550934"/>
              <a:ext cx="1282568" cy="536651"/>
              <a:chOff x="6883603" y="9274415"/>
              <a:chExt cx="2565135" cy="1073301"/>
            </a:xfrm>
          </p:grpSpPr>
          <p:grpSp>
            <p:nvGrpSpPr>
              <p:cNvPr id="72" name="Group 71">
                <a:extLst>
                  <a:ext uri="{FF2B5EF4-FFF2-40B4-BE49-F238E27FC236}">
                    <a16:creationId xmlns:a16="http://schemas.microsoft.com/office/drawing/2014/main" id="{9DC622A8-6CB2-0E3A-D3C1-C117398D0CA3}"/>
                  </a:ext>
                </a:extLst>
              </p:cNvPr>
              <p:cNvGrpSpPr/>
              <p:nvPr/>
            </p:nvGrpSpPr>
            <p:grpSpPr>
              <a:xfrm>
                <a:off x="6883603" y="9274415"/>
                <a:ext cx="1955535" cy="394131"/>
                <a:chOff x="11026632" y="6764694"/>
                <a:chExt cx="1955535" cy="353759"/>
              </a:xfrm>
            </p:grpSpPr>
            <p:sp>
              <p:nvSpPr>
                <p:cNvPr id="103" name="Rectangle 102">
                  <a:extLst>
                    <a:ext uri="{FF2B5EF4-FFF2-40B4-BE49-F238E27FC236}">
                      <a16:creationId xmlns:a16="http://schemas.microsoft.com/office/drawing/2014/main" id="{9C8EA16A-A36C-B066-2E6B-A6451E70148C}"/>
                    </a:ext>
                  </a:extLst>
                </p:cNvPr>
                <p:cNvSpPr/>
                <p:nvPr/>
              </p:nvSpPr>
              <p:spPr>
                <a:xfrm>
                  <a:off x="11026632" y="6771152"/>
                  <a:ext cx="355743" cy="347301"/>
                </a:xfrm>
                <a:prstGeom prst="rect">
                  <a:avLst/>
                </a:prstGeom>
                <a:solidFill>
                  <a:srgbClr val="F7EEED"/>
                </a:solidFill>
                <a:ln w="15875" cap="flat" cmpd="dbl">
                  <a:solidFill>
                    <a:srgbClr val="FF3A24"/>
                  </a:solid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ctr">
                  <a:noAutofit/>
                </a:bodyPr>
                <a:lstStyle/>
                <a:p>
                  <a:pPr hangingPunct="0"/>
                  <a:r>
                    <a:rPr lang="en-US" sz="525">
                      <a:solidFill>
                        <a:srgbClr val="000000"/>
                      </a:solidFill>
                      <a:latin typeface="Calibri" panose="020F0502020204030204"/>
                      <a:sym typeface="Arial"/>
                    </a:rPr>
                    <a:t>0.5</a:t>
                  </a:r>
                </a:p>
              </p:txBody>
            </p:sp>
            <p:sp>
              <p:nvSpPr>
                <p:cNvPr id="104" name="Rectangle 103">
                  <a:extLst>
                    <a:ext uri="{FF2B5EF4-FFF2-40B4-BE49-F238E27FC236}">
                      <a16:creationId xmlns:a16="http://schemas.microsoft.com/office/drawing/2014/main" id="{B5394D0F-E672-70A5-3572-9BEA54A034D1}"/>
                    </a:ext>
                  </a:extLst>
                </p:cNvPr>
                <p:cNvSpPr/>
                <p:nvPr/>
              </p:nvSpPr>
              <p:spPr>
                <a:xfrm>
                  <a:off x="11426580" y="6771152"/>
                  <a:ext cx="355743" cy="347301"/>
                </a:xfrm>
                <a:prstGeom prst="rect">
                  <a:avLst/>
                </a:prstGeom>
                <a:solidFill>
                  <a:srgbClr val="F7EEED"/>
                </a:solidFill>
                <a:ln w="15875" cap="flat" cmpd="dbl">
                  <a:solidFill>
                    <a:srgbClr val="FF3A24"/>
                  </a:solid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ctr">
                  <a:noAutofit/>
                </a:bodyPr>
                <a:lstStyle/>
                <a:p>
                  <a:pPr hangingPunct="0"/>
                  <a:r>
                    <a:rPr lang="en-US" sz="525">
                      <a:solidFill>
                        <a:srgbClr val="000000"/>
                      </a:solidFill>
                      <a:latin typeface="Calibri" panose="020F0502020204030204"/>
                      <a:sym typeface="Arial"/>
                    </a:rPr>
                    <a:t>0.7</a:t>
                  </a:r>
                </a:p>
              </p:txBody>
            </p:sp>
            <p:sp>
              <p:nvSpPr>
                <p:cNvPr id="105" name="Rectangle 104">
                  <a:extLst>
                    <a:ext uri="{FF2B5EF4-FFF2-40B4-BE49-F238E27FC236}">
                      <a16:creationId xmlns:a16="http://schemas.microsoft.com/office/drawing/2014/main" id="{A904065F-C3BA-4CF3-767E-6380C679A36B}"/>
                    </a:ext>
                  </a:extLst>
                </p:cNvPr>
                <p:cNvSpPr/>
                <p:nvPr/>
              </p:nvSpPr>
              <p:spPr>
                <a:xfrm>
                  <a:off x="11826528" y="6771152"/>
                  <a:ext cx="355743" cy="347301"/>
                </a:xfrm>
                <a:prstGeom prst="rect">
                  <a:avLst/>
                </a:prstGeom>
                <a:solidFill>
                  <a:srgbClr val="F7EEED"/>
                </a:solidFill>
                <a:ln w="15875" cap="flat" cmpd="dbl">
                  <a:solidFill>
                    <a:srgbClr val="FF3A24"/>
                  </a:solid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ctr">
                  <a:noAutofit/>
                </a:bodyPr>
                <a:lstStyle/>
                <a:p>
                  <a:pPr hangingPunct="0"/>
                  <a:r>
                    <a:rPr lang="en-US" sz="525">
                      <a:solidFill>
                        <a:srgbClr val="000000"/>
                      </a:solidFill>
                      <a:latin typeface="Calibri" panose="020F0502020204030204"/>
                      <a:sym typeface="Arial"/>
                    </a:rPr>
                    <a:t>0.8</a:t>
                  </a:r>
                </a:p>
              </p:txBody>
            </p:sp>
            <p:sp>
              <p:nvSpPr>
                <p:cNvPr id="106" name="Rectangle 105">
                  <a:extLst>
                    <a:ext uri="{FF2B5EF4-FFF2-40B4-BE49-F238E27FC236}">
                      <a16:creationId xmlns:a16="http://schemas.microsoft.com/office/drawing/2014/main" id="{CA8C8EC9-572C-0715-37FC-1AB6D5C41DF1}"/>
                    </a:ext>
                  </a:extLst>
                </p:cNvPr>
                <p:cNvSpPr/>
                <p:nvPr/>
              </p:nvSpPr>
              <p:spPr>
                <a:xfrm>
                  <a:off x="12226476" y="6771152"/>
                  <a:ext cx="355743" cy="347301"/>
                </a:xfrm>
                <a:prstGeom prst="rect">
                  <a:avLst/>
                </a:prstGeom>
                <a:solidFill>
                  <a:srgbClr val="F7EEED"/>
                </a:solidFill>
                <a:ln w="15875" cap="flat" cmpd="dbl">
                  <a:solidFill>
                    <a:srgbClr val="FF3A24"/>
                  </a:solid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ctr">
                  <a:noAutofit/>
                </a:bodyPr>
                <a:lstStyle/>
                <a:p>
                  <a:pPr hangingPunct="0"/>
                  <a:r>
                    <a:rPr lang="en-US" sz="525">
                      <a:solidFill>
                        <a:srgbClr val="000000"/>
                      </a:solidFill>
                      <a:latin typeface="Calibri" panose="020F0502020204030204"/>
                      <a:sym typeface="Arial"/>
                    </a:rPr>
                    <a:t>0.3</a:t>
                  </a:r>
                </a:p>
              </p:txBody>
            </p:sp>
            <p:sp>
              <p:nvSpPr>
                <p:cNvPr id="107" name="Rectangle 106">
                  <a:extLst>
                    <a:ext uri="{FF2B5EF4-FFF2-40B4-BE49-F238E27FC236}">
                      <a16:creationId xmlns:a16="http://schemas.microsoft.com/office/drawing/2014/main" id="{09550B5F-2345-6B32-7026-F70F0C12DB02}"/>
                    </a:ext>
                  </a:extLst>
                </p:cNvPr>
                <p:cNvSpPr/>
                <p:nvPr/>
              </p:nvSpPr>
              <p:spPr>
                <a:xfrm>
                  <a:off x="12626424" y="6771152"/>
                  <a:ext cx="355743" cy="347301"/>
                </a:xfrm>
                <a:prstGeom prst="rect">
                  <a:avLst/>
                </a:prstGeom>
                <a:solidFill>
                  <a:srgbClr val="F7EEED"/>
                </a:solidFill>
                <a:ln w="15875" cap="flat" cmpd="dbl">
                  <a:solidFill>
                    <a:srgbClr val="FF3A24"/>
                  </a:solid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ctr">
                  <a:noAutofit/>
                </a:bodyPr>
                <a:lstStyle/>
                <a:p>
                  <a:pPr hangingPunct="0"/>
                  <a:r>
                    <a:rPr lang="en-US" sz="525">
                      <a:solidFill>
                        <a:srgbClr val="000000"/>
                      </a:solidFill>
                      <a:latin typeface="Calibri" panose="020F0502020204030204"/>
                      <a:sym typeface="Arial"/>
                    </a:rPr>
                    <a:t>0.9</a:t>
                  </a:r>
                </a:p>
              </p:txBody>
            </p:sp>
            <p:sp>
              <p:nvSpPr>
                <p:cNvPr id="223" name="Rectangle 222">
                  <a:extLst>
                    <a:ext uri="{FF2B5EF4-FFF2-40B4-BE49-F238E27FC236}">
                      <a16:creationId xmlns:a16="http://schemas.microsoft.com/office/drawing/2014/main" id="{EC7BCFC1-CA6F-2010-D615-B2D246ADA4D8}"/>
                    </a:ext>
                  </a:extLst>
                </p:cNvPr>
                <p:cNvSpPr/>
                <p:nvPr/>
              </p:nvSpPr>
              <p:spPr>
                <a:xfrm>
                  <a:off x="11059238" y="6764694"/>
                  <a:ext cx="355743" cy="347301"/>
                </a:xfrm>
                <a:prstGeom prst="rect">
                  <a:avLst/>
                </a:prstGeom>
                <a:solidFill>
                  <a:srgbClr val="F7EEED"/>
                </a:solidFill>
                <a:ln w="15875" cap="flat" cmpd="dbl">
                  <a:solidFill>
                    <a:srgbClr val="FF3A24"/>
                  </a:solid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ctr">
                  <a:noAutofit/>
                </a:bodyPr>
                <a:lstStyle/>
                <a:p>
                  <a:pPr hangingPunct="0"/>
                  <a:r>
                    <a:rPr lang="en-US" sz="525">
                      <a:solidFill>
                        <a:srgbClr val="000000"/>
                      </a:solidFill>
                      <a:latin typeface="Calibri" panose="020F0502020204030204"/>
                      <a:sym typeface="Arial"/>
                    </a:rPr>
                    <a:t>0.5</a:t>
                  </a:r>
                </a:p>
              </p:txBody>
            </p:sp>
            <p:sp>
              <p:nvSpPr>
                <p:cNvPr id="224" name="Rectangle 223">
                  <a:extLst>
                    <a:ext uri="{FF2B5EF4-FFF2-40B4-BE49-F238E27FC236}">
                      <a16:creationId xmlns:a16="http://schemas.microsoft.com/office/drawing/2014/main" id="{D79BAA14-6CF0-ED1D-4401-0F8D06EB013E}"/>
                    </a:ext>
                  </a:extLst>
                </p:cNvPr>
                <p:cNvSpPr/>
                <p:nvPr/>
              </p:nvSpPr>
              <p:spPr>
                <a:xfrm>
                  <a:off x="11459186" y="6764694"/>
                  <a:ext cx="355743" cy="347301"/>
                </a:xfrm>
                <a:prstGeom prst="rect">
                  <a:avLst/>
                </a:prstGeom>
                <a:solidFill>
                  <a:srgbClr val="F7EEED"/>
                </a:solidFill>
                <a:ln w="15875" cap="flat" cmpd="dbl">
                  <a:solidFill>
                    <a:srgbClr val="FF3A24"/>
                  </a:solid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ctr">
                  <a:noAutofit/>
                </a:bodyPr>
                <a:lstStyle/>
                <a:p>
                  <a:pPr hangingPunct="0"/>
                  <a:r>
                    <a:rPr lang="en-US" sz="525">
                      <a:solidFill>
                        <a:srgbClr val="000000"/>
                      </a:solidFill>
                      <a:latin typeface="Calibri" panose="020F0502020204030204"/>
                      <a:sym typeface="Arial"/>
                    </a:rPr>
                    <a:t>0.7</a:t>
                  </a:r>
                </a:p>
              </p:txBody>
            </p:sp>
          </p:grpSp>
          <p:grpSp>
            <p:nvGrpSpPr>
              <p:cNvPr id="73" name="Group 72">
                <a:extLst>
                  <a:ext uri="{FF2B5EF4-FFF2-40B4-BE49-F238E27FC236}">
                    <a16:creationId xmlns:a16="http://schemas.microsoft.com/office/drawing/2014/main" id="{E54433D8-11DF-0360-7ED6-B28673EE5932}"/>
                  </a:ext>
                </a:extLst>
              </p:cNvPr>
              <p:cNvGrpSpPr/>
              <p:nvPr/>
            </p:nvGrpSpPr>
            <p:grpSpPr>
              <a:xfrm>
                <a:off x="7036003" y="9396774"/>
                <a:ext cx="1955535" cy="441566"/>
                <a:chOff x="11026632" y="6722119"/>
                <a:chExt cx="1955535" cy="396335"/>
              </a:xfrm>
            </p:grpSpPr>
            <p:sp>
              <p:nvSpPr>
                <p:cNvPr id="98" name="Rectangle 97">
                  <a:extLst>
                    <a:ext uri="{FF2B5EF4-FFF2-40B4-BE49-F238E27FC236}">
                      <a16:creationId xmlns:a16="http://schemas.microsoft.com/office/drawing/2014/main" id="{B97BF2A7-8019-25A7-F0B5-78F06CD2EAF6}"/>
                    </a:ext>
                  </a:extLst>
                </p:cNvPr>
                <p:cNvSpPr/>
                <p:nvPr/>
              </p:nvSpPr>
              <p:spPr>
                <a:xfrm>
                  <a:off x="11026632" y="6771152"/>
                  <a:ext cx="355743" cy="347301"/>
                </a:xfrm>
                <a:prstGeom prst="rect">
                  <a:avLst/>
                </a:prstGeom>
                <a:solidFill>
                  <a:srgbClr val="F7EEED"/>
                </a:solidFill>
                <a:ln w="15875" cap="flat" cmpd="dbl">
                  <a:solidFill>
                    <a:srgbClr val="FF3A24"/>
                  </a:solid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ctr">
                  <a:noAutofit/>
                </a:bodyPr>
                <a:lstStyle/>
                <a:p>
                  <a:pPr hangingPunct="0"/>
                  <a:r>
                    <a:rPr lang="en-US" sz="525">
                      <a:solidFill>
                        <a:srgbClr val="000000"/>
                      </a:solidFill>
                      <a:latin typeface="Calibri" panose="020F0502020204030204"/>
                      <a:sym typeface="Arial"/>
                    </a:rPr>
                    <a:t>0.5</a:t>
                  </a:r>
                </a:p>
              </p:txBody>
            </p:sp>
            <p:sp>
              <p:nvSpPr>
                <p:cNvPr id="99" name="Rectangle 98">
                  <a:extLst>
                    <a:ext uri="{FF2B5EF4-FFF2-40B4-BE49-F238E27FC236}">
                      <a16:creationId xmlns:a16="http://schemas.microsoft.com/office/drawing/2014/main" id="{64ABBD73-7F10-5C9B-8DAE-286EC1C65DD1}"/>
                    </a:ext>
                  </a:extLst>
                </p:cNvPr>
                <p:cNvSpPr/>
                <p:nvPr/>
              </p:nvSpPr>
              <p:spPr>
                <a:xfrm>
                  <a:off x="11426580" y="6771153"/>
                  <a:ext cx="355743" cy="347301"/>
                </a:xfrm>
                <a:prstGeom prst="rect">
                  <a:avLst/>
                </a:prstGeom>
                <a:solidFill>
                  <a:srgbClr val="F7EEED"/>
                </a:solidFill>
                <a:ln w="15875" cap="flat" cmpd="dbl">
                  <a:solidFill>
                    <a:srgbClr val="FF3A24"/>
                  </a:solid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ctr">
                  <a:noAutofit/>
                </a:bodyPr>
                <a:lstStyle/>
                <a:p>
                  <a:pPr hangingPunct="0"/>
                  <a:r>
                    <a:rPr lang="en-US" sz="525">
                      <a:solidFill>
                        <a:srgbClr val="000000"/>
                      </a:solidFill>
                      <a:latin typeface="Calibri" panose="020F0502020204030204"/>
                      <a:sym typeface="Arial"/>
                    </a:rPr>
                    <a:t>0.7</a:t>
                  </a:r>
                </a:p>
              </p:txBody>
            </p:sp>
            <p:sp>
              <p:nvSpPr>
                <p:cNvPr id="100" name="Rectangle 99">
                  <a:extLst>
                    <a:ext uri="{FF2B5EF4-FFF2-40B4-BE49-F238E27FC236}">
                      <a16:creationId xmlns:a16="http://schemas.microsoft.com/office/drawing/2014/main" id="{9E967F04-4253-31A7-87B8-27377014B63B}"/>
                    </a:ext>
                  </a:extLst>
                </p:cNvPr>
                <p:cNvSpPr/>
                <p:nvPr/>
              </p:nvSpPr>
              <p:spPr>
                <a:xfrm>
                  <a:off x="11826528" y="6771152"/>
                  <a:ext cx="355743" cy="347301"/>
                </a:xfrm>
                <a:prstGeom prst="rect">
                  <a:avLst/>
                </a:prstGeom>
                <a:solidFill>
                  <a:srgbClr val="F7EEED"/>
                </a:solidFill>
                <a:ln w="15875" cap="flat" cmpd="dbl">
                  <a:solidFill>
                    <a:srgbClr val="FF3A24"/>
                  </a:solid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ctr">
                  <a:noAutofit/>
                </a:bodyPr>
                <a:lstStyle/>
                <a:p>
                  <a:pPr hangingPunct="0"/>
                  <a:r>
                    <a:rPr lang="en-US" sz="525">
                      <a:solidFill>
                        <a:srgbClr val="000000"/>
                      </a:solidFill>
                      <a:latin typeface="Calibri" panose="020F0502020204030204"/>
                      <a:sym typeface="Arial"/>
                    </a:rPr>
                    <a:t>0.8</a:t>
                  </a:r>
                </a:p>
              </p:txBody>
            </p:sp>
            <p:sp>
              <p:nvSpPr>
                <p:cNvPr id="101" name="Rectangle 100">
                  <a:extLst>
                    <a:ext uri="{FF2B5EF4-FFF2-40B4-BE49-F238E27FC236}">
                      <a16:creationId xmlns:a16="http://schemas.microsoft.com/office/drawing/2014/main" id="{87E56114-2BC7-7E0F-0CA2-33A0E4D8DBF1}"/>
                    </a:ext>
                  </a:extLst>
                </p:cNvPr>
                <p:cNvSpPr/>
                <p:nvPr/>
              </p:nvSpPr>
              <p:spPr>
                <a:xfrm>
                  <a:off x="12226476" y="6722119"/>
                  <a:ext cx="355743" cy="347301"/>
                </a:xfrm>
                <a:prstGeom prst="rect">
                  <a:avLst/>
                </a:prstGeom>
                <a:solidFill>
                  <a:srgbClr val="F7EEED"/>
                </a:solidFill>
                <a:ln w="15875" cap="flat" cmpd="dbl">
                  <a:solidFill>
                    <a:srgbClr val="FF3A24"/>
                  </a:solid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ctr">
                  <a:noAutofit/>
                </a:bodyPr>
                <a:lstStyle/>
                <a:p>
                  <a:pPr hangingPunct="0"/>
                  <a:r>
                    <a:rPr lang="en-US" sz="525">
                      <a:solidFill>
                        <a:srgbClr val="000000"/>
                      </a:solidFill>
                      <a:latin typeface="Calibri" panose="020F0502020204030204"/>
                      <a:sym typeface="Arial"/>
                    </a:rPr>
                    <a:t>0.3</a:t>
                  </a:r>
                </a:p>
              </p:txBody>
            </p:sp>
            <p:sp>
              <p:nvSpPr>
                <p:cNvPr id="102" name="Rectangle 101">
                  <a:extLst>
                    <a:ext uri="{FF2B5EF4-FFF2-40B4-BE49-F238E27FC236}">
                      <a16:creationId xmlns:a16="http://schemas.microsoft.com/office/drawing/2014/main" id="{679EF434-3FED-4DDB-F3E5-B0C52C593F28}"/>
                    </a:ext>
                  </a:extLst>
                </p:cNvPr>
                <p:cNvSpPr/>
                <p:nvPr/>
              </p:nvSpPr>
              <p:spPr>
                <a:xfrm>
                  <a:off x="12626424" y="6771152"/>
                  <a:ext cx="355743" cy="347301"/>
                </a:xfrm>
                <a:prstGeom prst="rect">
                  <a:avLst/>
                </a:prstGeom>
                <a:solidFill>
                  <a:srgbClr val="F7EEED"/>
                </a:solidFill>
                <a:ln w="15875" cap="flat" cmpd="dbl">
                  <a:solidFill>
                    <a:srgbClr val="FF3A24"/>
                  </a:solid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ctr">
                  <a:noAutofit/>
                </a:bodyPr>
                <a:lstStyle/>
                <a:p>
                  <a:pPr hangingPunct="0"/>
                  <a:r>
                    <a:rPr lang="en-US" sz="525">
                      <a:solidFill>
                        <a:srgbClr val="000000"/>
                      </a:solidFill>
                      <a:latin typeface="Calibri" panose="020F0502020204030204"/>
                      <a:sym typeface="Arial"/>
                    </a:rPr>
                    <a:t>0.9</a:t>
                  </a:r>
                </a:p>
              </p:txBody>
            </p:sp>
          </p:grpSp>
          <p:grpSp>
            <p:nvGrpSpPr>
              <p:cNvPr id="74" name="Group 73">
                <a:extLst>
                  <a:ext uri="{FF2B5EF4-FFF2-40B4-BE49-F238E27FC236}">
                    <a16:creationId xmlns:a16="http://schemas.microsoft.com/office/drawing/2014/main" id="{F552E670-04EB-C9E6-709E-BA48F3AEA66C}"/>
                  </a:ext>
                </a:extLst>
              </p:cNvPr>
              <p:cNvGrpSpPr/>
              <p:nvPr/>
            </p:nvGrpSpPr>
            <p:grpSpPr>
              <a:xfrm>
                <a:off x="7183984" y="9621195"/>
                <a:ext cx="1955535" cy="386936"/>
                <a:chOff x="11026632" y="6771152"/>
                <a:chExt cx="1955535" cy="347301"/>
              </a:xfrm>
            </p:grpSpPr>
            <p:sp>
              <p:nvSpPr>
                <p:cNvPr id="93" name="Rectangle 92">
                  <a:extLst>
                    <a:ext uri="{FF2B5EF4-FFF2-40B4-BE49-F238E27FC236}">
                      <a16:creationId xmlns:a16="http://schemas.microsoft.com/office/drawing/2014/main" id="{C4B6F3ED-5EE2-EF44-AF5D-5D1CC53780E2}"/>
                    </a:ext>
                  </a:extLst>
                </p:cNvPr>
                <p:cNvSpPr/>
                <p:nvPr/>
              </p:nvSpPr>
              <p:spPr>
                <a:xfrm>
                  <a:off x="11026632" y="6771152"/>
                  <a:ext cx="355743" cy="347301"/>
                </a:xfrm>
                <a:prstGeom prst="rect">
                  <a:avLst/>
                </a:prstGeom>
                <a:solidFill>
                  <a:srgbClr val="F7EEED"/>
                </a:solidFill>
                <a:ln w="15875" cap="flat" cmpd="dbl">
                  <a:solidFill>
                    <a:srgbClr val="FF3A24"/>
                  </a:solid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ctr">
                  <a:noAutofit/>
                </a:bodyPr>
                <a:lstStyle/>
                <a:p>
                  <a:pPr hangingPunct="0"/>
                  <a:r>
                    <a:rPr lang="en-US" sz="525">
                      <a:solidFill>
                        <a:srgbClr val="000000"/>
                      </a:solidFill>
                      <a:latin typeface="Calibri" panose="020F0502020204030204"/>
                      <a:sym typeface="Arial"/>
                    </a:rPr>
                    <a:t>0.5</a:t>
                  </a:r>
                </a:p>
              </p:txBody>
            </p:sp>
            <p:sp>
              <p:nvSpPr>
                <p:cNvPr id="94" name="Rectangle 93">
                  <a:extLst>
                    <a:ext uri="{FF2B5EF4-FFF2-40B4-BE49-F238E27FC236}">
                      <a16:creationId xmlns:a16="http://schemas.microsoft.com/office/drawing/2014/main" id="{0CFBA735-A35E-3781-BB6B-ECAF384C6A0A}"/>
                    </a:ext>
                  </a:extLst>
                </p:cNvPr>
                <p:cNvSpPr/>
                <p:nvPr/>
              </p:nvSpPr>
              <p:spPr>
                <a:xfrm>
                  <a:off x="11426580" y="6771152"/>
                  <a:ext cx="355743" cy="347301"/>
                </a:xfrm>
                <a:prstGeom prst="rect">
                  <a:avLst/>
                </a:prstGeom>
                <a:solidFill>
                  <a:srgbClr val="F7EEED"/>
                </a:solidFill>
                <a:ln w="15875" cap="flat" cmpd="dbl">
                  <a:solidFill>
                    <a:srgbClr val="FF3A24"/>
                  </a:solid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ctr">
                  <a:noAutofit/>
                </a:bodyPr>
                <a:lstStyle/>
                <a:p>
                  <a:pPr hangingPunct="0"/>
                  <a:r>
                    <a:rPr lang="en-US" sz="525">
                      <a:solidFill>
                        <a:srgbClr val="000000"/>
                      </a:solidFill>
                      <a:latin typeface="Calibri" panose="020F0502020204030204"/>
                      <a:sym typeface="Arial"/>
                    </a:rPr>
                    <a:t>0.7</a:t>
                  </a:r>
                </a:p>
              </p:txBody>
            </p:sp>
            <p:sp>
              <p:nvSpPr>
                <p:cNvPr id="95" name="Rectangle 94">
                  <a:extLst>
                    <a:ext uri="{FF2B5EF4-FFF2-40B4-BE49-F238E27FC236}">
                      <a16:creationId xmlns:a16="http://schemas.microsoft.com/office/drawing/2014/main" id="{40C9DA10-10BC-B8E6-B756-4ED7813DB64E}"/>
                    </a:ext>
                  </a:extLst>
                </p:cNvPr>
                <p:cNvSpPr/>
                <p:nvPr/>
              </p:nvSpPr>
              <p:spPr>
                <a:xfrm>
                  <a:off x="11826528" y="6771152"/>
                  <a:ext cx="355743" cy="347301"/>
                </a:xfrm>
                <a:prstGeom prst="rect">
                  <a:avLst/>
                </a:prstGeom>
                <a:solidFill>
                  <a:srgbClr val="F7EEED"/>
                </a:solidFill>
                <a:ln w="15875" cap="flat" cmpd="dbl">
                  <a:solidFill>
                    <a:srgbClr val="FF3A24"/>
                  </a:solid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ctr">
                  <a:noAutofit/>
                </a:bodyPr>
                <a:lstStyle/>
                <a:p>
                  <a:pPr hangingPunct="0"/>
                  <a:r>
                    <a:rPr lang="en-US" sz="525">
                      <a:solidFill>
                        <a:srgbClr val="000000"/>
                      </a:solidFill>
                      <a:latin typeface="Calibri" panose="020F0502020204030204"/>
                      <a:sym typeface="Arial"/>
                    </a:rPr>
                    <a:t>0.8</a:t>
                  </a:r>
                </a:p>
              </p:txBody>
            </p:sp>
            <p:sp>
              <p:nvSpPr>
                <p:cNvPr id="96" name="Rectangle 95">
                  <a:extLst>
                    <a:ext uri="{FF2B5EF4-FFF2-40B4-BE49-F238E27FC236}">
                      <a16:creationId xmlns:a16="http://schemas.microsoft.com/office/drawing/2014/main" id="{CD3EACA3-0CCF-7974-BCCE-1E2D32AC2BA9}"/>
                    </a:ext>
                  </a:extLst>
                </p:cNvPr>
                <p:cNvSpPr/>
                <p:nvPr/>
              </p:nvSpPr>
              <p:spPr>
                <a:xfrm>
                  <a:off x="12226476" y="6771152"/>
                  <a:ext cx="355743" cy="347301"/>
                </a:xfrm>
                <a:prstGeom prst="rect">
                  <a:avLst/>
                </a:prstGeom>
                <a:solidFill>
                  <a:srgbClr val="F7EEED"/>
                </a:solidFill>
                <a:ln w="15875" cap="flat" cmpd="dbl">
                  <a:solidFill>
                    <a:srgbClr val="FF3A24"/>
                  </a:solid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ctr">
                  <a:noAutofit/>
                </a:bodyPr>
                <a:lstStyle/>
                <a:p>
                  <a:pPr hangingPunct="0"/>
                  <a:r>
                    <a:rPr lang="en-US" sz="525">
                      <a:solidFill>
                        <a:srgbClr val="000000"/>
                      </a:solidFill>
                      <a:latin typeface="Calibri" panose="020F0502020204030204"/>
                      <a:sym typeface="Arial"/>
                    </a:rPr>
                    <a:t>0.3</a:t>
                  </a:r>
                </a:p>
              </p:txBody>
            </p:sp>
            <p:sp>
              <p:nvSpPr>
                <p:cNvPr id="97" name="Rectangle 96">
                  <a:extLst>
                    <a:ext uri="{FF2B5EF4-FFF2-40B4-BE49-F238E27FC236}">
                      <a16:creationId xmlns:a16="http://schemas.microsoft.com/office/drawing/2014/main" id="{24D55D10-CB6A-D70E-4812-EC24B74D5E8A}"/>
                    </a:ext>
                  </a:extLst>
                </p:cNvPr>
                <p:cNvSpPr/>
                <p:nvPr/>
              </p:nvSpPr>
              <p:spPr>
                <a:xfrm>
                  <a:off x="12626424" y="6771152"/>
                  <a:ext cx="355743" cy="347301"/>
                </a:xfrm>
                <a:prstGeom prst="rect">
                  <a:avLst/>
                </a:prstGeom>
                <a:solidFill>
                  <a:srgbClr val="F7EEED"/>
                </a:solidFill>
                <a:ln w="15875" cap="flat" cmpd="dbl">
                  <a:solidFill>
                    <a:srgbClr val="FF3A24"/>
                  </a:solid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ctr">
                  <a:noAutofit/>
                </a:bodyPr>
                <a:lstStyle/>
                <a:p>
                  <a:pPr hangingPunct="0"/>
                  <a:r>
                    <a:rPr lang="en-US" sz="525">
                      <a:solidFill>
                        <a:srgbClr val="000000"/>
                      </a:solidFill>
                      <a:latin typeface="Calibri" panose="020F0502020204030204"/>
                      <a:sym typeface="Arial"/>
                    </a:rPr>
                    <a:t>0.9</a:t>
                  </a:r>
                </a:p>
              </p:txBody>
            </p:sp>
          </p:grpSp>
          <p:grpSp>
            <p:nvGrpSpPr>
              <p:cNvPr id="75" name="Group 74">
                <a:extLst>
                  <a:ext uri="{FF2B5EF4-FFF2-40B4-BE49-F238E27FC236}">
                    <a16:creationId xmlns:a16="http://schemas.microsoft.com/office/drawing/2014/main" id="{A97C7962-794D-7B17-CCC2-C942F4660528}"/>
                  </a:ext>
                </a:extLst>
              </p:cNvPr>
              <p:cNvGrpSpPr/>
              <p:nvPr/>
            </p:nvGrpSpPr>
            <p:grpSpPr>
              <a:xfrm>
                <a:off x="7188403" y="9566566"/>
                <a:ext cx="1955535" cy="441565"/>
                <a:chOff x="11026632" y="6722119"/>
                <a:chExt cx="1955535" cy="396334"/>
              </a:xfrm>
            </p:grpSpPr>
            <p:sp>
              <p:nvSpPr>
                <p:cNvPr id="88" name="Rectangle 87">
                  <a:extLst>
                    <a:ext uri="{FF2B5EF4-FFF2-40B4-BE49-F238E27FC236}">
                      <a16:creationId xmlns:a16="http://schemas.microsoft.com/office/drawing/2014/main" id="{CE39E6B4-9C70-704A-232A-77F6A480E288}"/>
                    </a:ext>
                  </a:extLst>
                </p:cNvPr>
                <p:cNvSpPr/>
                <p:nvPr/>
              </p:nvSpPr>
              <p:spPr>
                <a:xfrm>
                  <a:off x="11026632" y="6722119"/>
                  <a:ext cx="355743" cy="347301"/>
                </a:xfrm>
                <a:prstGeom prst="rect">
                  <a:avLst/>
                </a:prstGeom>
                <a:solidFill>
                  <a:srgbClr val="F7EEED"/>
                </a:solidFill>
                <a:ln w="15875" cap="flat" cmpd="dbl">
                  <a:solidFill>
                    <a:srgbClr val="FF3A24"/>
                  </a:solid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ctr">
                  <a:noAutofit/>
                </a:bodyPr>
                <a:lstStyle/>
                <a:p>
                  <a:pPr hangingPunct="0"/>
                  <a:r>
                    <a:rPr lang="en-US" sz="525">
                      <a:solidFill>
                        <a:srgbClr val="000000"/>
                      </a:solidFill>
                      <a:latin typeface="Calibri" panose="020F0502020204030204"/>
                      <a:sym typeface="Arial"/>
                    </a:rPr>
                    <a:t>0.5</a:t>
                  </a:r>
                </a:p>
              </p:txBody>
            </p:sp>
            <p:sp>
              <p:nvSpPr>
                <p:cNvPr id="89" name="Rectangle 88">
                  <a:extLst>
                    <a:ext uri="{FF2B5EF4-FFF2-40B4-BE49-F238E27FC236}">
                      <a16:creationId xmlns:a16="http://schemas.microsoft.com/office/drawing/2014/main" id="{9ACAB2F6-35DE-AB44-27D8-CBFF5817C93A}"/>
                    </a:ext>
                  </a:extLst>
                </p:cNvPr>
                <p:cNvSpPr/>
                <p:nvPr/>
              </p:nvSpPr>
              <p:spPr>
                <a:xfrm>
                  <a:off x="11426580" y="6771152"/>
                  <a:ext cx="355743" cy="347301"/>
                </a:xfrm>
                <a:prstGeom prst="rect">
                  <a:avLst/>
                </a:prstGeom>
                <a:solidFill>
                  <a:srgbClr val="F7EEED"/>
                </a:solidFill>
                <a:ln w="15875" cap="flat" cmpd="dbl">
                  <a:solidFill>
                    <a:srgbClr val="FF3A24"/>
                  </a:solid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ctr">
                  <a:noAutofit/>
                </a:bodyPr>
                <a:lstStyle/>
                <a:p>
                  <a:pPr hangingPunct="0"/>
                  <a:r>
                    <a:rPr lang="en-US" sz="525">
                      <a:solidFill>
                        <a:srgbClr val="000000"/>
                      </a:solidFill>
                      <a:latin typeface="Calibri" panose="020F0502020204030204"/>
                      <a:sym typeface="Arial"/>
                    </a:rPr>
                    <a:t>0.7</a:t>
                  </a:r>
                </a:p>
              </p:txBody>
            </p:sp>
            <p:sp>
              <p:nvSpPr>
                <p:cNvPr id="90" name="Rectangle 89">
                  <a:extLst>
                    <a:ext uri="{FF2B5EF4-FFF2-40B4-BE49-F238E27FC236}">
                      <a16:creationId xmlns:a16="http://schemas.microsoft.com/office/drawing/2014/main" id="{C2EDA043-CF28-FCEC-FB51-60E5375F0B63}"/>
                    </a:ext>
                  </a:extLst>
                </p:cNvPr>
                <p:cNvSpPr/>
                <p:nvPr/>
              </p:nvSpPr>
              <p:spPr>
                <a:xfrm>
                  <a:off x="11826528" y="6771152"/>
                  <a:ext cx="355743" cy="347301"/>
                </a:xfrm>
                <a:prstGeom prst="rect">
                  <a:avLst/>
                </a:prstGeom>
                <a:solidFill>
                  <a:srgbClr val="F7EEED"/>
                </a:solidFill>
                <a:ln w="15875" cap="flat" cmpd="dbl">
                  <a:solidFill>
                    <a:srgbClr val="FF3A24"/>
                  </a:solid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ctr">
                  <a:noAutofit/>
                </a:bodyPr>
                <a:lstStyle/>
                <a:p>
                  <a:pPr hangingPunct="0"/>
                  <a:r>
                    <a:rPr lang="en-US" sz="525">
                      <a:solidFill>
                        <a:srgbClr val="000000"/>
                      </a:solidFill>
                      <a:latin typeface="Calibri" panose="020F0502020204030204"/>
                      <a:sym typeface="Arial"/>
                    </a:rPr>
                    <a:t>0.8</a:t>
                  </a:r>
                </a:p>
              </p:txBody>
            </p:sp>
            <p:sp>
              <p:nvSpPr>
                <p:cNvPr id="91" name="Rectangle 90">
                  <a:extLst>
                    <a:ext uri="{FF2B5EF4-FFF2-40B4-BE49-F238E27FC236}">
                      <a16:creationId xmlns:a16="http://schemas.microsoft.com/office/drawing/2014/main" id="{9BFE7C9F-4486-B9AC-BDA8-13BAE03C58AE}"/>
                    </a:ext>
                  </a:extLst>
                </p:cNvPr>
                <p:cNvSpPr/>
                <p:nvPr/>
              </p:nvSpPr>
              <p:spPr>
                <a:xfrm>
                  <a:off x="12226476" y="6771152"/>
                  <a:ext cx="355743" cy="347301"/>
                </a:xfrm>
                <a:prstGeom prst="rect">
                  <a:avLst/>
                </a:prstGeom>
                <a:solidFill>
                  <a:srgbClr val="F7EEED"/>
                </a:solidFill>
                <a:ln w="15875" cap="flat" cmpd="dbl">
                  <a:solidFill>
                    <a:srgbClr val="FF3A24"/>
                  </a:solid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ctr">
                  <a:noAutofit/>
                </a:bodyPr>
                <a:lstStyle/>
                <a:p>
                  <a:pPr hangingPunct="0"/>
                  <a:r>
                    <a:rPr lang="en-US" sz="525">
                      <a:solidFill>
                        <a:srgbClr val="000000"/>
                      </a:solidFill>
                      <a:latin typeface="Calibri" panose="020F0502020204030204"/>
                      <a:sym typeface="Arial"/>
                    </a:rPr>
                    <a:t>0.3</a:t>
                  </a:r>
                </a:p>
              </p:txBody>
            </p:sp>
            <p:sp>
              <p:nvSpPr>
                <p:cNvPr id="92" name="Rectangle 91">
                  <a:extLst>
                    <a:ext uri="{FF2B5EF4-FFF2-40B4-BE49-F238E27FC236}">
                      <a16:creationId xmlns:a16="http://schemas.microsoft.com/office/drawing/2014/main" id="{1D3EADA5-461E-2844-9582-290CF3E4CCFC}"/>
                    </a:ext>
                  </a:extLst>
                </p:cNvPr>
                <p:cNvSpPr/>
                <p:nvPr/>
              </p:nvSpPr>
              <p:spPr>
                <a:xfrm>
                  <a:off x="12626424" y="6771152"/>
                  <a:ext cx="355743" cy="347301"/>
                </a:xfrm>
                <a:prstGeom prst="rect">
                  <a:avLst/>
                </a:prstGeom>
                <a:solidFill>
                  <a:srgbClr val="F7EEED"/>
                </a:solidFill>
                <a:ln w="15875" cap="flat" cmpd="dbl">
                  <a:solidFill>
                    <a:srgbClr val="FF3A24"/>
                  </a:solid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ctr">
                  <a:noAutofit/>
                </a:bodyPr>
                <a:lstStyle/>
                <a:p>
                  <a:pPr hangingPunct="0"/>
                  <a:r>
                    <a:rPr lang="en-US" sz="525">
                      <a:solidFill>
                        <a:srgbClr val="000000"/>
                      </a:solidFill>
                      <a:latin typeface="Calibri" panose="020F0502020204030204"/>
                      <a:sym typeface="Arial"/>
                    </a:rPr>
                    <a:t>0.9</a:t>
                  </a:r>
                </a:p>
              </p:txBody>
            </p:sp>
          </p:grpSp>
          <p:grpSp>
            <p:nvGrpSpPr>
              <p:cNvPr id="76" name="Group 75">
                <a:extLst>
                  <a:ext uri="{FF2B5EF4-FFF2-40B4-BE49-F238E27FC236}">
                    <a16:creationId xmlns:a16="http://schemas.microsoft.com/office/drawing/2014/main" id="{949EF7DD-3ACB-6AAC-0204-69E3D62262EA}"/>
                  </a:ext>
                </a:extLst>
              </p:cNvPr>
              <p:cNvGrpSpPr/>
              <p:nvPr/>
            </p:nvGrpSpPr>
            <p:grpSpPr>
              <a:xfrm>
                <a:off x="7340803" y="9790987"/>
                <a:ext cx="1955535" cy="386936"/>
                <a:chOff x="11026632" y="6771152"/>
                <a:chExt cx="1955535" cy="347301"/>
              </a:xfrm>
            </p:grpSpPr>
            <p:sp>
              <p:nvSpPr>
                <p:cNvPr id="83" name="Rectangle 82">
                  <a:extLst>
                    <a:ext uri="{FF2B5EF4-FFF2-40B4-BE49-F238E27FC236}">
                      <a16:creationId xmlns:a16="http://schemas.microsoft.com/office/drawing/2014/main" id="{8E76928A-E5CA-7EFD-96E5-1358DC8FCE84}"/>
                    </a:ext>
                  </a:extLst>
                </p:cNvPr>
                <p:cNvSpPr/>
                <p:nvPr/>
              </p:nvSpPr>
              <p:spPr>
                <a:xfrm>
                  <a:off x="11026632" y="6771152"/>
                  <a:ext cx="355743" cy="347301"/>
                </a:xfrm>
                <a:prstGeom prst="rect">
                  <a:avLst/>
                </a:prstGeom>
                <a:solidFill>
                  <a:srgbClr val="F7EEED"/>
                </a:solidFill>
                <a:ln w="15875" cap="flat" cmpd="dbl">
                  <a:solidFill>
                    <a:srgbClr val="FF3A24"/>
                  </a:solid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ctr">
                  <a:noAutofit/>
                </a:bodyPr>
                <a:lstStyle/>
                <a:p>
                  <a:pPr hangingPunct="0"/>
                  <a:r>
                    <a:rPr lang="en-US" sz="525">
                      <a:solidFill>
                        <a:srgbClr val="000000"/>
                      </a:solidFill>
                      <a:latin typeface="Calibri" panose="020F0502020204030204"/>
                      <a:sym typeface="Arial"/>
                    </a:rPr>
                    <a:t>0.5</a:t>
                  </a:r>
                </a:p>
              </p:txBody>
            </p:sp>
            <p:sp>
              <p:nvSpPr>
                <p:cNvPr id="84" name="Rectangle 83">
                  <a:extLst>
                    <a:ext uri="{FF2B5EF4-FFF2-40B4-BE49-F238E27FC236}">
                      <a16:creationId xmlns:a16="http://schemas.microsoft.com/office/drawing/2014/main" id="{20FA1AF1-9D9A-D62B-309B-99B9ECE2E775}"/>
                    </a:ext>
                  </a:extLst>
                </p:cNvPr>
                <p:cNvSpPr/>
                <p:nvPr/>
              </p:nvSpPr>
              <p:spPr>
                <a:xfrm>
                  <a:off x="11426580" y="6771152"/>
                  <a:ext cx="355743" cy="347301"/>
                </a:xfrm>
                <a:prstGeom prst="rect">
                  <a:avLst/>
                </a:prstGeom>
                <a:solidFill>
                  <a:srgbClr val="F7EEED"/>
                </a:solidFill>
                <a:ln w="15875" cap="flat" cmpd="dbl">
                  <a:solidFill>
                    <a:srgbClr val="FF3A24"/>
                  </a:solid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ctr">
                  <a:noAutofit/>
                </a:bodyPr>
                <a:lstStyle/>
                <a:p>
                  <a:pPr hangingPunct="0"/>
                  <a:r>
                    <a:rPr lang="en-US" sz="525">
                      <a:solidFill>
                        <a:srgbClr val="000000"/>
                      </a:solidFill>
                      <a:latin typeface="Calibri" panose="020F0502020204030204"/>
                      <a:sym typeface="Arial"/>
                    </a:rPr>
                    <a:t>0.7</a:t>
                  </a:r>
                </a:p>
              </p:txBody>
            </p:sp>
            <p:sp>
              <p:nvSpPr>
                <p:cNvPr id="85" name="Rectangle 84">
                  <a:extLst>
                    <a:ext uri="{FF2B5EF4-FFF2-40B4-BE49-F238E27FC236}">
                      <a16:creationId xmlns:a16="http://schemas.microsoft.com/office/drawing/2014/main" id="{692BAA5A-3D89-C9F2-EFA0-A38E4140F8D9}"/>
                    </a:ext>
                  </a:extLst>
                </p:cNvPr>
                <p:cNvSpPr/>
                <p:nvPr/>
              </p:nvSpPr>
              <p:spPr>
                <a:xfrm>
                  <a:off x="11826528" y="6771152"/>
                  <a:ext cx="355743" cy="347301"/>
                </a:xfrm>
                <a:prstGeom prst="rect">
                  <a:avLst/>
                </a:prstGeom>
                <a:solidFill>
                  <a:srgbClr val="F7EEED"/>
                </a:solidFill>
                <a:ln w="15875" cap="flat" cmpd="dbl">
                  <a:solidFill>
                    <a:srgbClr val="FF3A24"/>
                  </a:solid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ctr">
                  <a:noAutofit/>
                </a:bodyPr>
                <a:lstStyle/>
                <a:p>
                  <a:pPr hangingPunct="0"/>
                  <a:r>
                    <a:rPr lang="en-US" sz="525">
                      <a:solidFill>
                        <a:srgbClr val="000000"/>
                      </a:solidFill>
                      <a:latin typeface="Calibri" panose="020F0502020204030204"/>
                      <a:sym typeface="Arial"/>
                    </a:rPr>
                    <a:t>0.8</a:t>
                  </a:r>
                </a:p>
              </p:txBody>
            </p:sp>
            <p:sp>
              <p:nvSpPr>
                <p:cNvPr id="86" name="Rectangle 85">
                  <a:extLst>
                    <a:ext uri="{FF2B5EF4-FFF2-40B4-BE49-F238E27FC236}">
                      <a16:creationId xmlns:a16="http://schemas.microsoft.com/office/drawing/2014/main" id="{930CF7E7-5574-054C-B4E0-60747E8BB84F}"/>
                    </a:ext>
                  </a:extLst>
                </p:cNvPr>
                <p:cNvSpPr/>
                <p:nvPr/>
              </p:nvSpPr>
              <p:spPr>
                <a:xfrm>
                  <a:off x="12226476" y="6771152"/>
                  <a:ext cx="355743" cy="347301"/>
                </a:xfrm>
                <a:prstGeom prst="rect">
                  <a:avLst/>
                </a:prstGeom>
                <a:solidFill>
                  <a:srgbClr val="F7EEED"/>
                </a:solidFill>
                <a:ln w="15875" cap="flat" cmpd="dbl">
                  <a:solidFill>
                    <a:srgbClr val="FF3A24"/>
                  </a:solid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ctr">
                  <a:noAutofit/>
                </a:bodyPr>
                <a:lstStyle/>
                <a:p>
                  <a:pPr hangingPunct="0"/>
                  <a:r>
                    <a:rPr lang="en-US" sz="525">
                      <a:solidFill>
                        <a:srgbClr val="000000"/>
                      </a:solidFill>
                      <a:latin typeface="Calibri" panose="020F0502020204030204"/>
                      <a:sym typeface="Arial"/>
                    </a:rPr>
                    <a:t>0.3</a:t>
                  </a:r>
                </a:p>
              </p:txBody>
            </p:sp>
            <p:sp>
              <p:nvSpPr>
                <p:cNvPr id="87" name="Rectangle 86">
                  <a:extLst>
                    <a:ext uri="{FF2B5EF4-FFF2-40B4-BE49-F238E27FC236}">
                      <a16:creationId xmlns:a16="http://schemas.microsoft.com/office/drawing/2014/main" id="{8AAAD526-296A-4E8A-B458-C673CEBBE960}"/>
                    </a:ext>
                  </a:extLst>
                </p:cNvPr>
                <p:cNvSpPr/>
                <p:nvPr/>
              </p:nvSpPr>
              <p:spPr>
                <a:xfrm>
                  <a:off x="12626424" y="6771152"/>
                  <a:ext cx="355743" cy="347301"/>
                </a:xfrm>
                <a:prstGeom prst="rect">
                  <a:avLst/>
                </a:prstGeom>
                <a:solidFill>
                  <a:srgbClr val="F7EEED"/>
                </a:solidFill>
                <a:ln w="15875" cap="flat" cmpd="dbl">
                  <a:solidFill>
                    <a:srgbClr val="FF3A24"/>
                  </a:solid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ctr">
                  <a:noAutofit/>
                </a:bodyPr>
                <a:lstStyle/>
                <a:p>
                  <a:pPr hangingPunct="0"/>
                  <a:r>
                    <a:rPr lang="en-US" sz="525">
                      <a:solidFill>
                        <a:srgbClr val="000000"/>
                      </a:solidFill>
                      <a:latin typeface="Calibri" panose="020F0502020204030204"/>
                      <a:sym typeface="Arial"/>
                    </a:rPr>
                    <a:t>0.9</a:t>
                  </a:r>
                </a:p>
              </p:txBody>
            </p:sp>
          </p:grpSp>
          <p:grpSp>
            <p:nvGrpSpPr>
              <p:cNvPr id="77" name="Group 76">
                <a:extLst>
                  <a:ext uri="{FF2B5EF4-FFF2-40B4-BE49-F238E27FC236}">
                    <a16:creationId xmlns:a16="http://schemas.microsoft.com/office/drawing/2014/main" id="{A7E81728-CE8A-C82E-29A5-7CECC6D381BA}"/>
                  </a:ext>
                </a:extLst>
              </p:cNvPr>
              <p:cNvGrpSpPr/>
              <p:nvPr/>
            </p:nvGrpSpPr>
            <p:grpSpPr>
              <a:xfrm>
                <a:off x="7493203" y="9960780"/>
                <a:ext cx="1955535" cy="386936"/>
                <a:chOff x="11026632" y="6771152"/>
                <a:chExt cx="1955535" cy="347301"/>
              </a:xfrm>
            </p:grpSpPr>
            <p:sp>
              <p:nvSpPr>
                <p:cNvPr id="78" name="Rectangle 77">
                  <a:extLst>
                    <a:ext uri="{FF2B5EF4-FFF2-40B4-BE49-F238E27FC236}">
                      <a16:creationId xmlns:a16="http://schemas.microsoft.com/office/drawing/2014/main" id="{C1323698-2488-4C95-D3C0-7E5D7B6235EC}"/>
                    </a:ext>
                  </a:extLst>
                </p:cNvPr>
                <p:cNvSpPr/>
                <p:nvPr/>
              </p:nvSpPr>
              <p:spPr>
                <a:xfrm>
                  <a:off x="11026632" y="6771152"/>
                  <a:ext cx="355743" cy="347301"/>
                </a:xfrm>
                <a:prstGeom prst="rect">
                  <a:avLst/>
                </a:prstGeom>
                <a:solidFill>
                  <a:srgbClr val="F7EEED"/>
                </a:solidFill>
                <a:ln w="15875" cap="flat" cmpd="dbl">
                  <a:solidFill>
                    <a:srgbClr val="FF3A24"/>
                  </a:solid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ctr">
                  <a:noAutofit/>
                </a:bodyPr>
                <a:lstStyle/>
                <a:p>
                  <a:pPr hangingPunct="0"/>
                  <a:r>
                    <a:rPr lang="en-US" sz="525">
                      <a:solidFill>
                        <a:srgbClr val="000000"/>
                      </a:solidFill>
                      <a:latin typeface="Calibri" panose="020F0502020204030204"/>
                      <a:sym typeface="Arial"/>
                    </a:rPr>
                    <a:t>0.5</a:t>
                  </a:r>
                </a:p>
              </p:txBody>
            </p:sp>
            <p:sp>
              <p:nvSpPr>
                <p:cNvPr id="79" name="Rectangle 78">
                  <a:extLst>
                    <a:ext uri="{FF2B5EF4-FFF2-40B4-BE49-F238E27FC236}">
                      <a16:creationId xmlns:a16="http://schemas.microsoft.com/office/drawing/2014/main" id="{7A01EB2C-9C6E-37E0-0098-6BF1F8F193EC}"/>
                    </a:ext>
                  </a:extLst>
                </p:cNvPr>
                <p:cNvSpPr/>
                <p:nvPr/>
              </p:nvSpPr>
              <p:spPr>
                <a:xfrm>
                  <a:off x="11426580" y="6771152"/>
                  <a:ext cx="355743" cy="347301"/>
                </a:xfrm>
                <a:prstGeom prst="rect">
                  <a:avLst/>
                </a:prstGeom>
                <a:solidFill>
                  <a:srgbClr val="F7EEED"/>
                </a:solidFill>
                <a:ln w="15875" cap="flat" cmpd="dbl">
                  <a:solidFill>
                    <a:srgbClr val="FF3A24"/>
                  </a:solid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ctr">
                  <a:noAutofit/>
                </a:bodyPr>
                <a:lstStyle/>
                <a:p>
                  <a:pPr hangingPunct="0"/>
                  <a:r>
                    <a:rPr lang="en-US" sz="525">
                      <a:solidFill>
                        <a:srgbClr val="000000"/>
                      </a:solidFill>
                      <a:latin typeface="Calibri" panose="020F0502020204030204"/>
                      <a:sym typeface="Arial"/>
                    </a:rPr>
                    <a:t>0.7</a:t>
                  </a:r>
                </a:p>
              </p:txBody>
            </p:sp>
            <p:sp>
              <p:nvSpPr>
                <p:cNvPr id="80" name="Rectangle 79">
                  <a:extLst>
                    <a:ext uri="{FF2B5EF4-FFF2-40B4-BE49-F238E27FC236}">
                      <a16:creationId xmlns:a16="http://schemas.microsoft.com/office/drawing/2014/main" id="{3D3A5224-3FBC-7A5A-416E-0901ACF04E18}"/>
                    </a:ext>
                  </a:extLst>
                </p:cNvPr>
                <p:cNvSpPr/>
                <p:nvPr/>
              </p:nvSpPr>
              <p:spPr>
                <a:xfrm>
                  <a:off x="11826528" y="6771152"/>
                  <a:ext cx="355743" cy="347301"/>
                </a:xfrm>
                <a:prstGeom prst="rect">
                  <a:avLst/>
                </a:prstGeom>
                <a:solidFill>
                  <a:srgbClr val="F7EEED"/>
                </a:solidFill>
                <a:ln w="15875" cap="flat" cmpd="dbl">
                  <a:solidFill>
                    <a:srgbClr val="FF3A24"/>
                  </a:solid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ctr">
                  <a:noAutofit/>
                </a:bodyPr>
                <a:lstStyle/>
                <a:p>
                  <a:pPr hangingPunct="0"/>
                  <a:r>
                    <a:rPr lang="en-US" sz="525">
                      <a:solidFill>
                        <a:srgbClr val="000000"/>
                      </a:solidFill>
                      <a:latin typeface="Calibri" panose="020F0502020204030204"/>
                      <a:sym typeface="Arial"/>
                    </a:rPr>
                    <a:t>0.8</a:t>
                  </a:r>
                </a:p>
              </p:txBody>
            </p:sp>
            <p:sp>
              <p:nvSpPr>
                <p:cNvPr id="81" name="Rectangle 80">
                  <a:extLst>
                    <a:ext uri="{FF2B5EF4-FFF2-40B4-BE49-F238E27FC236}">
                      <a16:creationId xmlns:a16="http://schemas.microsoft.com/office/drawing/2014/main" id="{CF66E24E-290D-C664-2B38-9219B2F4ECB3}"/>
                    </a:ext>
                  </a:extLst>
                </p:cNvPr>
                <p:cNvSpPr/>
                <p:nvPr/>
              </p:nvSpPr>
              <p:spPr>
                <a:xfrm>
                  <a:off x="12226476" y="6771152"/>
                  <a:ext cx="355743" cy="347301"/>
                </a:xfrm>
                <a:prstGeom prst="rect">
                  <a:avLst/>
                </a:prstGeom>
                <a:solidFill>
                  <a:srgbClr val="F7EEED"/>
                </a:solidFill>
                <a:ln w="15875" cap="flat" cmpd="dbl">
                  <a:solidFill>
                    <a:srgbClr val="FF3A24"/>
                  </a:solid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ctr">
                  <a:noAutofit/>
                </a:bodyPr>
                <a:lstStyle/>
                <a:p>
                  <a:pPr hangingPunct="0"/>
                  <a:r>
                    <a:rPr lang="en-US" sz="525">
                      <a:solidFill>
                        <a:srgbClr val="000000"/>
                      </a:solidFill>
                      <a:latin typeface="Calibri" panose="020F0502020204030204"/>
                      <a:sym typeface="Arial"/>
                    </a:rPr>
                    <a:t>0.3</a:t>
                  </a:r>
                </a:p>
              </p:txBody>
            </p:sp>
            <p:sp>
              <p:nvSpPr>
                <p:cNvPr id="82" name="Rectangle 81">
                  <a:extLst>
                    <a:ext uri="{FF2B5EF4-FFF2-40B4-BE49-F238E27FC236}">
                      <a16:creationId xmlns:a16="http://schemas.microsoft.com/office/drawing/2014/main" id="{E6AEAC0E-38E6-95B4-69B3-6C2C1506F984}"/>
                    </a:ext>
                  </a:extLst>
                </p:cNvPr>
                <p:cNvSpPr/>
                <p:nvPr/>
              </p:nvSpPr>
              <p:spPr>
                <a:xfrm>
                  <a:off x="12626424" y="6771152"/>
                  <a:ext cx="355743" cy="347301"/>
                </a:xfrm>
                <a:prstGeom prst="rect">
                  <a:avLst/>
                </a:prstGeom>
                <a:solidFill>
                  <a:srgbClr val="F7EEED"/>
                </a:solidFill>
                <a:ln w="15875" cap="flat" cmpd="dbl">
                  <a:solidFill>
                    <a:srgbClr val="FF3A24"/>
                  </a:solid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ctr">
                  <a:noAutofit/>
                </a:bodyPr>
                <a:lstStyle/>
                <a:p>
                  <a:pPr hangingPunct="0"/>
                  <a:r>
                    <a:rPr lang="en-US" sz="525">
                      <a:solidFill>
                        <a:srgbClr val="000000"/>
                      </a:solidFill>
                      <a:latin typeface="Calibri" panose="020F0502020204030204"/>
                      <a:sym typeface="Arial"/>
                    </a:rPr>
                    <a:t>0.9</a:t>
                  </a:r>
                </a:p>
              </p:txBody>
            </p:sp>
          </p:grpSp>
        </p:grpSp>
        <p:sp>
          <p:nvSpPr>
            <p:cNvPr id="222" name="Rectangle 221">
              <a:extLst>
                <a:ext uri="{FF2B5EF4-FFF2-40B4-BE49-F238E27FC236}">
                  <a16:creationId xmlns:a16="http://schemas.microsoft.com/office/drawing/2014/main" id="{F56B374E-EEA5-BB4F-0E9C-A16CC1942C46}"/>
                </a:ext>
              </a:extLst>
            </p:cNvPr>
            <p:cNvSpPr/>
            <p:nvPr/>
          </p:nvSpPr>
          <p:spPr>
            <a:xfrm>
              <a:off x="3069274" y="2321725"/>
              <a:ext cx="1478723" cy="996554"/>
            </a:xfrm>
            <a:prstGeom prst="rect">
              <a:avLst/>
            </a:prstGeom>
            <a:noFill/>
            <a:ln w="15875" cap="flat" cmpd="dbl">
              <a:solidFill>
                <a:srgbClr val="FF3A24"/>
              </a:solid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ctr">
              <a:noAutofit/>
            </a:bodyPr>
            <a:lstStyle/>
            <a:p>
              <a:pPr hangingPunct="0"/>
              <a:endParaRPr lang="en-US" sz="1100">
                <a:solidFill>
                  <a:srgbClr val="000000"/>
                </a:solidFill>
                <a:latin typeface="Calibri" panose="020F0502020204030204"/>
                <a:sym typeface="Arial"/>
              </a:endParaRPr>
            </a:p>
          </p:txBody>
        </p:sp>
      </p:grpSp>
      <p:sp>
        <p:nvSpPr>
          <p:cNvPr id="245" name="TextBox 244">
            <a:extLst>
              <a:ext uri="{FF2B5EF4-FFF2-40B4-BE49-F238E27FC236}">
                <a16:creationId xmlns:a16="http://schemas.microsoft.com/office/drawing/2014/main" id="{969B7046-4C39-AA4E-AF6C-A36C49B1B5CF}"/>
              </a:ext>
            </a:extLst>
          </p:cNvPr>
          <p:cNvSpPr txBox="1"/>
          <p:nvPr/>
        </p:nvSpPr>
        <p:spPr>
          <a:xfrm>
            <a:off x="5091853" y="2309802"/>
            <a:ext cx="1240026" cy="203158"/>
          </a:xfrm>
          <a:prstGeom prst="rect">
            <a:avLst/>
          </a:prstGeom>
          <a:noFill/>
          <a:effectLst/>
        </p:spPr>
        <p:txBody>
          <a:bodyPr wrap="square">
            <a:noAutofit/>
          </a:bodyPr>
          <a:lstStyle/>
          <a:p>
            <a:pPr algn="ctr" defTabSz="457200"/>
            <a:r>
              <a:rPr lang="en-US" sz="900" dirty="0">
                <a:solidFill>
                  <a:prstClr val="black">
                    <a:lumMod val="85000"/>
                    <a:lumOff val="15000"/>
                  </a:prstClr>
                </a:solidFill>
                <a:latin typeface="Work Sans Medium" pitchFamily="2" charset="0"/>
              </a:rPr>
              <a:t>Vector </a:t>
            </a:r>
          </a:p>
          <a:p>
            <a:pPr algn="ctr" defTabSz="457200"/>
            <a:r>
              <a:rPr lang="en-US" sz="900" dirty="0">
                <a:solidFill>
                  <a:prstClr val="black">
                    <a:lumMod val="85000"/>
                    <a:lumOff val="15000"/>
                  </a:prstClr>
                </a:solidFill>
                <a:latin typeface="Work Sans Medium" pitchFamily="2" charset="0"/>
              </a:rPr>
              <a:t>Database</a:t>
            </a:r>
          </a:p>
        </p:txBody>
      </p:sp>
      <p:cxnSp>
        <p:nvCxnSpPr>
          <p:cNvPr id="276" name="Connector: Elbow 275">
            <a:extLst>
              <a:ext uri="{FF2B5EF4-FFF2-40B4-BE49-F238E27FC236}">
                <a16:creationId xmlns:a16="http://schemas.microsoft.com/office/drawing/2014/main" id="{CCF619AC-8D99-A8F3-06D9-15BD033956BC}"/>
              </a:ext>
            </a:extLst>
          </p:cNvPr>
          <p:cNvCxnSpPr>
            <a:cxnSpLocks/>
            <a:stCxn id="239" idx="3"/>
            <a:endCxn id="1061" idx="0"/>
          </p:cNvCxnSpPr>
          <p:nvPr/>
        </p:nvCxnSpPr>
        <p:spPr>
          <a:xfrm rot="5400000">
            <a:off x="4064574" y="3076702"/>
            <a:ext cx="1404850" cy="1888005"/>
          </a:xfrm>
          <a:prstGeom prst="bentConnector3">
            <a:avLst>
              <a:gd name="adj1" fmla="val 83319"/>
            </a:avLst>
          </a:prstGeom>
          <a:ln w="1905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pic>
        <p:nvPicPr>
          <p:cNvPr id="64" name="Picture 63" descr="A black background with a black square&#10;&#10;AI-generated content may be incorrect.">
            <a:extLst>
              <a:ext uri="{FF2B5EF4-FFF2-40B4-BE49-F238E27FC236}">
                <a16:creationId xmlns:a16="http://schemas.microsoft.com/office/drawing/2014/main" id="{2A1AB54B-3180-B26D-B724-0C20722761EB}"/>
              </a:ext>
            </a:extLst>
          </p:cNvPr>
          <p:cNvPicPr>
            <a:picLocks noChangeAspect="1"/>
          </p:cNvPicPr>
          <p:nvPr/>
        </p:nvPicPr>
        <p:blipFill>
          <a:blip r:embed="rId4"/>
          <a:stretch>
            <a:fillRect/>
          </a:stretch>
        </p:blipFill>
        <p:spPr>
          <a:xfrm>
            <a:off x="2143544" y="2589849"/>
            <a:ext cx="505181" cy="505181"/>
          </a:xfrm>
          <a:prstGeom prst="rect">
            <a:avLst/>
          </a:prstGeom>
        </p:spPr>
      </p:pic>
      <p:sp>
        <p:nvSpPr>
          <p:cNvPr id="68" name="Arrow: Right 5">
            <a:extLst>
              <a:ext uri="{FF2B5EF4-FFF2-40B4-BE49-F238E27FC236}">
                <a16:creationId xmlns:a16="http://schemas.microsoft.com/office/drawing/2014/main" id="{9E86D3B3-0A18-D122-DDFD-09F4D17720CC}"/>
              </a:ext>
            </a:extLst>
          </p:cNvPr>
          <p:cNvSpPr/>
          <p:nvPr/>
        </p:nvSpPr>
        <p:spPr>
          <a:xfrm>
            <a:off x="2970533" y="2727075"/>
            <a:ext cx="208107" cy="254689"/>
          </a:xfrm>
          <a:prstGeom prst="rightArrow">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lnSpc>
                <a:spcPct val="107000"/>
              </a:lnSpc>
              <a:spcBef>
                <a:spcPts val="500"/>
              </a:spcBef>
              <a:spcAft>
                <a:spcPts val="400"/>
              </a:spcAft>
            </a:pPr>
            <a:endParaRPr lang="en-US" sz="475">
              <a:solidFill>
                <a:prstClr val="white"/>
              </a:solidFill>
              <a:latin typeface="Work Sans Light" pitchFamily="2" charset="77"/>
            </a:endParaRPr>
          </a:p>
        </p:txBody>
      </p:sp>
      <p:grpSp>
        <p:nvGrpSpPr>
          <p:cNvPr id="1084" name="Group 1083">
            <a:extLst>
              <a:ext uri="{FF2B5EF4-FFF2-40B4-BE49-F238E27FC236}">
                <a16:creationId xmlns:a16="http://schemas.microsoft.com/office/drawing/2014/main" id="{CB2D64FB-D372-D1D0-F44E-7E1639C592A0}"/>
              </a:ext>
            </a:extLst>
          </p:cNvPr>
          <p:cNvGrpSpPr/>
          <p:nvPr/>
        </p:nvGrpSpPr>
        <p:grpSpPr>
          <a:xfrm>
            <a:off x="5220768" y="2090439"/>
            <a:ext cx="980466" cy="1227840"/>
            <a:chOff x="5013934" y="2090439"/>
            <a:chExt cx="980466" cy="1227840"/>
          </a:xfrm>
        </p:grpSpPr>
        <p:sp>
          <p:nvSpPr>
            <p:cNvPr id="239" name="Rectangle 238">
              <a:extLst>
                <a:ext uri="{FF2B5EF4-FFF2-40B4-BE49-F238E27FC236}">
                  <a16:creationId xmlns:a16="http://schemas.microsoft.com/office/drawing/2014/main" id="{B67B9F68-DD80-335D-31F7-BE438BDCEBF5}"/>
                </a:ext>
              </a:extLst>
            </p:cNvPr>
            <p:cNvSpPr/>
            <p:nvPr/>
          </p:nvSpPr>
          <p:spPr>
            <a:xfrm rot="5400000">
              <a:off x="5008478" y="2332357"/>
              <a:ext cx="991378" cy="980466"/>
            </a:xfrm>
            <a:prstGeom prst="rect">
              <a:avLst/>
            </a:prstGeom>
            <a:noFill/>
            <a:ln w="15875" cap="flat" cmpd="dbl">
              <a:solidFill>
                <a:srgbClr val="397EFF"/>
              </a:solid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ctr">
              <a:noAutofit/>
            </a:bodyPr>
            <a:lstStyle/>
            <a:p>
              <a:pPr hangingPunct="0"/>
              <a:endParaRPr lang="en-US" sz="1100">
                <a:solidFill>
                  <a:srgbClr val="000000"/>
                </a:solidFill>
                <a:latin typeface="Calibri" panose="020F0502020204030204"/>
                <a:sym typeface="Arial"/>
              </a:endParaRPr>
            </a:p>
          </p:txBody>
        </p:sp>
        <p:pic>
          <p:nvPicPr>
            <p:cNvPr id="1032" name="Picture 8">
              <a:extLst>
                <a:ext uri="{FF2B5EF4-FFF2-40B4-BE49-F238E27FC236}">
                  <a16:creationId xmlns:a16="http://schemas.microsoft.com/office/drawing/2014/main" id="{6BFA082F-B9EE-947E-246D-05ED80B868B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030628" y="2090439"/>
              <a:ext cx="925141" cy="169815"/>
            </a:xfrm>
            <a:prstGeom prst="rect">
              <a:avLst/>
            </a:prstGeom>
            <a:noFill/>
            <a:extLst>
              <a:ext uri="{909E8E84-426E-40DD-AFC4-6F175D3DCCD1}">
                <a14:hiddenFill xmlns:a14="http://schemas.microsoft.com/office/drawing/2010/main">
                  <a:solidFill>
                    <a:srgbClr val="FFFFFF"/>
                  </a:solidFill>
                </a14:hiddenFill>
              </a:ext>
            </a:extLst>
          </p:spPr>
        </p:pic>
        <p:pic>
          <p:nvPicPr>
            <p:cNvPr id="113" name="Picture 112" descr="A white server with orange dots&#10;&#10;AI-generated content may be incorrect.">
              <a:extLst>
                <a:ext uri="{FF2B5EF4-FFF2-40B4-BE49-F238E27FC236}">
                  <a16:creationId xmlns:a16="http://schemas.microsoft.com/office/drawing/2014/main" id="{B612854D-B939-EC06-925B-D91DEC3C9C2D}"/>
                </a:ext>
              </a:extLst>
            </p:cNvPr>
            <p:cNvPicPr>
              <a:picLocks noChangeAspect="1"/>
            </p:cNvPicPr>
            <p:nvPr/>
          </p:nvPicPr>
          <p:blipFill>
            <a:blip r:embed="rId6">
              <a:duotone>
                <a:schemeClr val="accent1">
                  <a:shade val="45000"/>
                  <a:satMod val="135000"/>
                </a:schemeClr>
                <a:prstClr val="white"/>
              </a:duotone>
            </a:blip>
            <a:stretch>
              <a:fillRect/>
            </a:stretch>
          </p:blipFill>
          <p:spPr>
            <a:xfrm>
              <a:off x="5215382" y="2666708"/>
              <a:ext cx="577569" cy="577569"/>
            </a:xfrm>
            <a:prstGeom prst="rect">
              <a:avLst/>
            </a:prstGeom>
          </p:spPr>
        </p:pic>
      </p:grpSp>
      <p:sp>
        <p:nvSpPr>
          <p:cNvPr id="115" name="Rectangle 114">
            <a:extLst>
              <a:ext uri="{FF2B5EF4-FFF2-40B4-BE49-F238E27FC236}">
                <a16:creationId xmlns:a16="http://schemas.microsoft.com/office/drawing/2014/main" id="{76C6CF94-447F-8BA2-34A2-42C2E115FAF3}"/>
              </a:ext>
            </a:extLst>
          </p:cNvPr>
          <p:cNvSpPr/>
          <p:nvPr/>
        </p:nvSpPr>
        <p:spPr>
          <a:xfrm>
            <a:off x="812800" y="1987568"/>
            <a:ext cx="5695738" cy="1712603"/>
          </a:xfrm>
          <a:prstGeom prst="rect">
            <a:avLst/>
          </a:prstGeom>
          <a:noFill/>
          <a:ln w="15875" cap="flat" cmpd="dbl">
            <a:solidFill>
              <a:srgbClr val="FF3A24"/>
            </a:solidFill>
            <a:prstDash val="sysDash"/>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ctr">
            <a:noAutofit/>
          </a:bodyPr>
          <a:lstStyle/>
          <a:p>
            <a:pPr hangingPunct="0"/>
            <a:endParaRPr lang="en-US" sz="1100">
              <a:solidFill>
                <a:srgbClr val="000000"/>
              </a:solidFill>
              <a:latin typeface="Calibri" panose="020F0502020204030204"/>
              <a:sym typeface="Arial"/>
            </a:endParaRPr>
          </a:p>
        </p:txBody>
      </p:sp>
      <p:sp>
        <p:nvSpPr>
          <p:cNvPr id="116" name="TextBox 115">
            <a:extLst>
              <a:ext uri="{FF2B5EF4-FFF2-40B4-BE49-F238E27FC236}">
                <a16:creationId xmlns:a16="http://schemas.microsoft.com/office/drawing/2014/main" id="{BEF43C99-ACFE-E077-260A-39BB5171C1C5}"/>
              </a:ext>
            </a:extLst>
          </p:cNvPr>
          <p:cNvSpPr txBox="1"/>
          <p:nvPr/>
        </p:nvSpPr>
        <p:spPr>
          <a:xfrm>
            <a:off x="708104" y="1746564"/>
            <a:ext cx="1799103" cy="178523"/>
          </a:xfrm>
          <a:prstGeom prst="rect">
            <a:avLst/>
          </a:prstGeom>
          <a:noFill/>
          <a:effectLst/>
        </p:spPr>
        <p:txBody>
          <a:bodyPr wrap="square">
            <a:noAutofit/>
          </a:bodyPr>
          <a:lstStyle/>
          <a:p>
            <a:pPr algn="ctr" defTabSz="457200"/>
            <a:r>
              <a:rPr lang="en-US" sz="900" dirty="0">
                <a:solidFill>
                  <a:prstClr val="black">
                    <a:lumMod val="85000"/>
                    <a:lumOff val="15000"/>
                  </a:prstClr>
                </a:solidFill>
                <a:latin typeface="Work Sans Medium" pitchFamily="2" charset="0"/>
              </a:rPr>
              <a:t>Stage I – SFDC Data Loading</a:t>
            </a:r>
          </a:p>
        </p:txBody>
      </p:sp>
      <p:sp>
        <p:nvSpPr>
          <p:cNvPr id="117" name="Rectangle 116">
            <a:extLst>
              <a:ext uri="{FF2B5EF4-FFF2-40B4-BE49-F238E27FC236}">
                <a16:creationId xmlns:a16="http://schemas.microsoft.com/office/drawing/2014/main" id="{2FE07D41-3E43-0DBE-E0B7-B28C87C438D3}"/>
              </a:ext>
            </a:extLst>
          </p:cNvPr>
          <p:cNvSpPr/>
          <p:nvPr/>
        </p:nvSpPr>
        <p:spPr>
          <a:xfrm>
            <a:off x="792149" y="4129735"/>
            <a:ext cx="5695738" cy="1712603"/>
          </a:xfrm>
          <a:prstGeom prst="rect">
            <a:avLst/>
          </a:prstGeom>
          <a:noFill/>
          <a:ln w="15875" cap="flat" cmpd="dbl">
            <a:solidFill>
              <a:srgbClr val="FF3A24"/>
            </a:solidFill>
            <a:prstDash val="sysDash"/>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ctr">
            <a:noAutofit/>
          </a:bodyPr>
          <a:lstStyle/>
          <a:p>
            <a:pPr hangingPunct="0"/>
            <a:endParaRPr lang="en-US" sz="1100">
              <a:solidFill>
                <a:srgbClr val="000000"/>
              </a:solidFill>
              <a:latin typeface="Calibri" panose="020F0502020204030204"/>
              <a:sym typeface="Arial"/>
            </a:endParaRPr>
          </a:p>
        </p:txBody>
      </p:sp>
      <p:sp>
        <p:nvSpPr>
          <p:cNvPr id="118" name="TextBox 117">
            <a:extLst>
              <a:ext uri="{FF2B5EF4-FFF2-40B4-BE49-F238E27FC236}">
                <a16:creationId xmlns:a16="http://schemas.microsoft.com/office/drawing/2014/main" id="{A5E0D31B-1EC5-49F1-B87B-82A1C1E56D4D}"/>
              </a:ext>
            </a:extLst>
          </p:cNvPr>
          <p:cNvSpPr txBox="1"/>
          <p:nvPr/>
        </p:nvSpPr>
        <p:spPr>
          <a:xfrm>
            <a:off x="708104" y="3899045"/>
            <a:ext cx="2296360" cy="188159"/>
          </a:xfrm>
          <a:prstGeom prst="rect">
            <a:avLst/>
          </a:prstGeom>
          <a:noFill/>
          <a:effectLst/>
        </p:spPr>
        <p:txBody>
          <a:bodyPr wrap="square">
            <a:noAutofit/>
          </a:bodyPr>
          <a:lstStyle/>
          <a:p>
            <a:pPr defTabSz="457200"/>
            <a:r>
              <a:rPr lang="en-US" sz="900" dirty="0">
                <a:solidFill>
                  <a:prstClr val="black">
                    <a:lumMod val="85000"/>
                    <a:lumOff val="15000"/>
                  </a:prstClr>
                </a:solidFill>
                <a:latin typeface="Work Sans Medium" pitchFamily="2" charset="0"/>
              </a:rPr>
              <a:t>Stage II – Question and Guidance</a:t>
            </a:r>
          </a:p>
        </p:txBody>
      </p:sp>
      <p:sp>
        <p:nvSpPr>
          <p:cNvPr id="119" name="Arrow: Right 5">
            <a:extLst>
              <a:ext uri="{FF2B5EF4-FFF2-40B4-BE49-F238E27FC236}">
                <a16:creationId xmlns:a16="http://schemas.microsoft.com/office/drawing/2014/main" id="{677EBA1E-1FF6-45F0-F6B0-7170872F9266}"/>
              </a:ext>
            </a:extLst>
          </p:cNvPr>
          <p:cNvSpPr/>
          <p:nvPr/>
        </p:nvSpPr>
        <p:spPr>
          <a:xfrm>
            <a:off x="1465667" y="4851947"/>
            <a:ext cx="208107" cy="254689"/>
          </a:xfrm>
          <a:prstGeom prst="rightArrow">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lnSpc>
                <a:spcPct val="107000"/>
              </a:lnSpc>
              <a:spcBef>
                <a:spcPts val="500"/>
              </a:spcBef>
              <a:spcAft>
                <a:spcPts val="400"/>
              </a:spcAft>
            </a:pPr>
            <a:endParaRPr lang="en-US" sz="475">
              <a:solidFill>
                <a:prstClr val="white"/>
              </a:solidFill>
              <a:latin typeface="Work Sans Light" pitchFamily="2" charset="77"/>
            </a:endParaRPr>
          </a:p>
        </p:txBody>
      </p:sp>
      <p:grpSp>
        <p:nvGrpSpPr>
          <p:cNvPr id="1059" name="Group 1058">
            <a:extLst>
              <a:ext uri="{FF2B5EF4-FFF2-40B4-BE49-F238E27FC236}">
                <a16:creationId xmlns:a16="http://schemas.microsoft.com/office/drawing/2014/main" id="{78618DDB-AC8D-3C23-287C-4A6DDCD85D82}"/>
              </a:ext>
            </a:extLst>
          </p:cNvPr>
          <p:cNvGrpSpPr/>
          <p:nvPr/>
        </p:nvGrpSpPr>
        <p:grpSpPr>
          <a:xfrm>
            <a:off x="1709113" y="4723129"/>
            <a:ext cx="1308259" cy="512323"/>
            <a:chOff x="1761015" y="4594313"/>
            <a:chExt cx="1308259" cy="512323"/>
          </a:xfrm>
        </p:grpSpPr>
        <p:grpSp>
          <p:nvGrpSpPr>
            <p:cNvPr id="122" name="Group 121">
              <a:extLst>
                <a:ext uri="{FF2B5EF4-FFF2-40B4-BE49-F238E27FC236}">
                  <a16:creationId xmlns:a16="http://schemas.microsoft.com/office/drawing/2014/main" id="{E21DB971-71A2-BACA-121F-A15DE337D19D}"/>
                </a:ext>
              </a:extLst>
            </p:cNvPr>
            <p:cNvGrpSpPr/>
            <p:nvPr/>
          </p:nvGrpSpPr>
          <p:grpSpPr>
            <a:xfrm>
              <a:off x="1881519" y="4694636"/>
              <a:ext cx="977768" cy="197066"/>
              <a:chOff x="11026632" y="6764694"/>
              <a:chExt cx="1955535" cy="353759"/>
            </a:xfrm>
          </p:grpSpPr>
          <p:sp>
            <p:nvSpPr>
              <p:cNvPr id="1051" name="Rectangle 1050">
                <a:extLst>
                  <a:ext uri="{FF2B5EF4-FFF2-40B4-BE49-F238E27FC236}">
                    <a16:creationId xmlns:a16="http://schemas.microsoft.com/office/drawing/2014/main" id="{BA9C61E8-1579-EAE4-B0F4-DB58D4BEC27D}"/>
                  </a:ext>
                </a:extLst>
              </p:cNvPr>
              <p:cNvSpPr/>
              <p:nvPr/>
            </p:nvSpPr>
            <p:spPr>
              <a:xfrm>
                <a:off x="11026632" y="6771152"/>
                <a:ext cx="355743" cy="347301"/>
              </a:xfrm>
              <a:prstGeom prst="rect">
                <a:avLst/>
              </a:prstGeom>
              <a:solidFill>
                <a:srgbClr val="F7EEED"/>
              </a:solidFill>
              <a:ln w="15875" cap="flat" cmpd="dbl">
                <a:solidFill>
                  <a:srgbClr val="FF3A24"/>
                </a:solid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ctr">
                <a:noAutofit/>
              </a:bodyPr>
              <a:lstStyle/>
              <a:p>
                <a:pPr hangingPunct="0"/>
                <a:r>
                  <a:rPr lang="en-US" sz="525">
                    <a:solidFill>
                      <a:srgbClr val="000000"/>
                    </a:solidFill>
                    <a:latin typeface="Calibri" panose="020F0502020204030204"/>
                    <a:sym typeface="Arial"/>
                  </a:rPr>
                  <a:t>0.5</a:t>
                </a:r>
              </a:p>
            </p:txBody>
          </p:sp>
          <p:sp>
            <p:nvSpPr>
              <p:cNvPr id="1052" name="Rectangle 1051">
                <a:extLst>
                  <a:ext uri="{FF2B5EF4-FFF2-40B4-BE49-F238E27FC236}">
                    <a16:creationId xmlns:a16="http://schemas.microsoft.com/office/drawing/2014/main" id="{4D196A1E-5075-B8D4-8BBF-8AB6A5B7E5C8}"/>
                  </a:ext>
                </a:extLst>
              </p:cNvPr>
              <p:cNvSpPr/>
              <p:nvPr/>
            </p:nvSpPr>
            <p:spPr>
              <a:xfrm>
                <a:off x="11426580" y="6771152"/>
                <a:ext cx="355743" cy="347301"/>
              </a:xfrm>
              <a:prstGeom prst="rect">
                <a:avLst/>
              </a:prstGeom>
              <a:solidFill>
                <a:srgbClr val="F7EEED"/>
              </a:solidFill>
              <a:ln w="15875" cap="flat" cmpd="dbl">
                <a:solidFill>
                  <a:srgbClr val="FF3A24"/>
                </a:solid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ctr">
                <a:noAutofit/>
              </a:bodyPr>
              <a:lstStyle/>
              <a:p>
                <a:pPr hangingPunct="0"/>
                <a:r>
                  <a:rPr lang="en-US" sz="525">
                    <a:solidFill>
                      <a:srgbClr val="000000"/>
                    </a:solidFill>
                    <a:latin typeface="Calibri" panose="020F0502020204030204"/>
                    <a:sym typeface="Arial"/>
                  </a:rPr>
                  <a:t>0.7</a:t>
                </a:r>
              </a:p>
            </p:txBody>
          </p:sp>
          <p:sp>
            <p:nvSpPr>
              <p:cNvPr id="1053" name="Rectangle 1052">
                <a:extLst>
                  <a:ext uri="{FF2B5EF4-FFF2-40B4-BE49-F238E27FC236}">
                    <a16:creationId xmlns:a16="http://schemas.microsoft.com/office/drawing/2014/main" id="{CD9D9138-A9F2-009F-9DA1-9FA4DD0606B0}"/>
                  </a:ext>
                </a:extLst>
              </p:cNvPr>
              <p:cNvSpPr/>
              <p:nvPr/>
            </p:nvSpPr>
            <p:spPr>
              <a:xfrm>
                <a:off x="11826528" y="6771152"/>
                <a:ext cx="355743" cy="347301"/>
              </a:xfrm>
              <a:prstGeom prst="rect">
                <a:avLst/>
              </a:prstGeom>
              <a:solidFill>
                <a:srgbClr val="F7EEED"/>
              </a:solidFill>
              <a:ln w="15875" cap="flat" cmpd="dbl">
                <a:solidFill>
                  <a:srgbClr val="FF3A24"/>
                </a:solid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ctr">
                <a:noAutofit/>
              </a:bodyPr>
              <a:lstStyle/>
              <a:p>
                <a:pPr hangingPunct="0"/>
                <a:r>
                  <a:rPr lang="en-US" sz="525">
                    <a:solidFill>
                      <a:srgbClr val="000000"/>
                    </a:solidFill>
                    <a:latin typeface="Calibri" panose="020F0502020204030204"/>
                    <a:sym typeface="Arial"/>
                  </a:rPr>
                  <a:t>0.8</a:t>
                </a:r>
              </a:p>
            </p:txBody>
          </p:sp>
          <p:sp>
            <p:nvSpPr>
              <p:cNvPr id="1054" name="Rectangle 1053">
                <a:extLst>
                  <a:ext uri="{FF2B5EF4-FFF2-40B4-BE49-F238E27FC236}">
                    <a16:creationId xmlns:a16="http://schemas.microsoft.com/office/drawing/2014/main" id="{804EFC46-2799-D399-CB7B-D5481E68679F}"/>
                  </a:ext>
                </a:extLst>
              </p:cNvPr>
              <p:cNvSpPr/>
              <p:nvPr/>
            </p:nvSpPr>
            <p:spPr>
              <a:xfrm>
                <a:off x="12226476" y="6771152"/>
                <a:ext cx="355743" cy="347301"/>
              </a:xfrm>
              <a:prstGeom prst="rect">
                <a:avLst/>
              </a:prstGeom>
              <a:solidFill>
                <a:srgbClr val="F7EEED"/>
              </a:solidFill>
              <a:ln w="15875" cap="flat" cmpd="dbl">
                <a:solidFill>
                  <a:srgbClr val="FF3A24"/>
                </a:solid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ctr">
                <a:noAutofit/>
              </a:bodyPr>
              <a:lstStyle/>
              <a:p>
                <a:pPr hangingPunct="0"/>
                <a:r>
                  <a:rPr lang="en-US" sz="525">
                    <a:solidFill>
                      <a:srgbClr val="000000"/>
                    </a:solidFill>
                    <a:latin typeface="Calibri" panose="020F0502020204030204"/>
                    <a:sym typeface="Arial"/>
                  </a:rPr>
                  <a:t>0.3</a:t>
                </a:r>
              </a:p>
            </p:txBody>
          </p:sp>
          <p:sp>
            <p:nvSpPr>
              <p:cNvPr id="1055" name="Rectangle 1054">
                <a:extLst>
                  <a:ext uri="{FF2B5EF4-FFF2-40B4-BE49-F238E27FC236}">
                    <a16:creationId xmlns:a16="http://schemas.microsoft.com/office/drawing/2014/main" id="{8965FAA0-9577-1DE0-EA78-D28D6DF64C82}"/>
                  </a:ext>
                </a:extLst>
              </p:cNvPr>
              <p:cNvSpPr/>
              <p:nvPr/>
            </p:nvSpPr>
            <p:spPr>
              <a:xfrm>
                <a:off x="12626424" y="6771152"/>
                <a:ext cx="355743" cy="347301"/>
              </a:xfrm>
              <a:prstGeom prst="rect">
                <a:avLst/>
              </a:prstGeom>
              <a:solidFill>
                <a:srgbClr val="F7EEED"/>
              </a:solidFill>
              <a:ln w="15875" cap="flat" cmpd="dbl">
                <a:solidFill>
                  <a:srgbClr val="FF3A24"/>
                </a:solid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ctr">
                <a:noAutofit/>
              </a:bodyPr>
              <a:lstStyle/>
              <a:p>
                <a:pPr hangingPunct="0"/>
                <a:r>
                  <a:rPr lang="en-US" sz="525">
                    <a:solidFill>
                      <a:srgbClr val="000000"/>
                    </a:solidFill>
                    <a:latin typeface="Calibri" panose="020F0502020204030204"/>
                    <a:sym typeface="Arial"/>
                  </a:rPr>
                  <a:t>0.9</a:t>
                </a:r>
              </a:p>
            </p:txBody>
          </p:sp>
          <p:sp>
            <p:nvSpPr>
              <p:cNvPr id="1056" name="Rectangle 1055">
                <a:extLst>
                  <a:ext uri="{FF2B5EF4-FFF2-40B4-BE49-F238E27FC236}">
                    <a16:creationId xmlns:a16="http://schemas.microsoft.com/office/drawing/2014/main" id="{3D9D4597-06FB-E845-DA72-4898FBF250DB}"/>
                  </a:ext>
                </a:extLst>
              </p:cNvPr>
              <p:cNvSpPr/>
              <p:nvPr/>
            </p:nvSpPr>
            <p:spPr>
              <a:xfrm>
                <a:off x="11059238" y="6764694"/>
                <a:ext cx="355743" cy="347301"/>
              </a:xfrm>
              <a:prstGeom prst="rect">
                <a:avLst/>
              </a:prstGeom>
              <a:solidFill>
                <a:srgbClr val="F7EEED"/>
              </a:solidFill>
              <a:ln w="15875" cap="flat" cmpd="dbl">
                <a:solidFill>
                  <a:srgbClr val="FF3A24"/>
                </a:solid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ctr">
                <a:noAutofit/>
              </a:bodyPr>
              <a:lstStyle/>
              <a:p>
                <a:pPr hangingPunct="0"/>
                <a:r>
                  <a:rPr lang="en-US" sz="525">
                    <a:solidFill>
                      <a:srgbClr val="000000"/>
                    </a:solidFill>
                    <a:latin typeface="Calibri" panose="020F0502020204030204"/>
                    <a:sym typeface="Arial"/>
                  </a:rPr>
                  <a:t>0.5</a:t>
                </a:r>
              </a:p>
            </p:txBody>
          </p:sp>
          <p:sp>
            <p:nvSpPr>
              <p:cNvPr id="1057" name="Rectangle 1056">
                <a:extLst>
                  <a:ext uri="{FF2B5EF4-FFF2-40B4-BE49-F238E27FC236}">
                    <a16:creationId xmlns:a16="http://schemas.microsoft.com/office/drawing/2014/main" id="{F793CDB7-73CD-3FDF-5812-1227FA3AB930}"/>
                  </a:ext>
                </a:extLst>
              </p:cNvPr>
              <p:cNvSpPr/>
              <p:nvPr/>
            </p:nvSpPr>
            <p:spPr>
              <a:xfrm>
                <a:off x="11459186" y="6764694"/>
                <a:ext cx="355743" cy="347301"/>
              </a:xfrm>
              <a:prstGeom prst="rect">
                <a:avLst/>
              </a:prstGeom>
              <a:solidFill>
                <a:srgbClr val="F7EEED"/>
              </a:solidFill>
              <a:ln w="15875" cap="flat" cmpd="dbl">
                <a:solidFill>
                  <a:srgbClr val="FF3A24"/>
                </a:solid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ctr">
                <a:noAutofit/>
              </a:bodyPr>
              <a:lstStyle/>
              <a:p>
                <a:pPr hangingPunct="0"/>
                <a:r>
                  <a:rPr lang="en-US" sz="525">
                    <a:solidFill>
                      <a:srgbClr val="000000"/>
                    </a:solidFill>
                    <a:latin typeface="Calibri" panose="020F0502020204030204"/>
                    <a:sym typeface="Arial"/>
                  </a:rPr>
                  <a:t>0.7</a:t>
                </a:r>
              </a:p>
            </p:txBody>
          </p:sp>
        </p:grpSp>
        <p:grpSp>
          <p:nvGrpSpPr>
            <p:cNvPr id="123" name="Group 122">
              <a:extLst>
                <a:ext uri="{FF2B5EF4-FFF2-40B4-BE49-F238E27FC236}">
                  <a16:creationId xmlns:a16="http://schemas.microsoft.com/office/drawing/2014/main" id="{AFEEE0FA-A38C-059E-122E-5046ED61B684}"/>
                </a:ext>
              </a:extLst>
            </p:cNvPr>
            <p:cNvGrpSpPr/>
            <p:nvPr/>
          </p:nvGrpSpPr>
          <p:grpSpPr>
            <a:xfrm>
              <a:off x="1957719" y="4783126"/>
              <a:ext cx="977768" cy="200020"/>
              <a:chOff x="11026632" y="6771152"/>
              <a:chExt cx="1955535" cy="359063"/>
            </a:xfrm>
          </p:grpSpPr>
          <p:sp>
            <p:nvSpPr>
              <p:cNvPr id="1046" name="Rectangle 1045">
                <a:extLst>
                  <a:ext uri="{FF2B5EF4-FFF2-40B4-BE49-F238E27FC236}">
                    <a16:creationId xmlns:a16="http://schemas.microsoft.com/office/drawing/2014/main" id="{82E21D99-5CD1-3784-9177-54503E9074A1}"/>
                  </a:ext>
                </a:extLst>
              </p:cNvPr>
              <p:cNvSpPr/>
              <p:nvPr/>
            </p:nvSpPr>
            <p:spPr>
              <a:xfrm>
                <a:off x="11026632" y="6771152"/>
                <a:ext cx="355743" cy="347301"/>
              </a:xfrm>
              <a:prstGeom prst="rect">
                <a:avLst/>
              </a:prstGeom>
              <a:solidFill>
                <a:srgbClr val="F7EEED"/>
              </a:solidFill>
              <a:ln w="15875" cap="flat" cmpd="dbl">
                <a:solidFill>
                  <a:srgbClr val="FF3A24"/>
                </a:solid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ctr">
                <a:noAutofit/>
              </a:bodyPr>
              <a:lstStyle/>
              <a:p>
                <a:pPr hangingPunct="0"/>
                <a:r>
                  <a:rPr lang="en-US" sz="525">
                    <a:solidFill>
                      <a:srgbClr val="000000"/>
                    </a:solidFill>
                    <a:latin typeface="Calibri" panose="020F0502020204030204"/>
                    <a:sym typeface="Arial"/>
                  </a:rPr>
                  <a:t>0.5</a:t>
                </a:r>
              </a:p>
            </p:txBody>
          </p:sp>
          <p:sp>
            <p:nvSpPr>
              <p:cNvPr id="1047" name="Rectangle 1046">
                <a:extLst>
                  <a:ext uri="{FF2B5EF4-FFF2-40B4-BE49-F238E27FC236}">
                    <a16:creationId xmlns:a16="http://schemas.microsoft.com/office/drawing/2014/main" id="{8E44B5D2-119C-3A6C-7033-372346BD9E8C}"/>
                  </a:ext>
                </a:extLst>
              </p:cNvPr>
              <p:cNvSpPr/>
              <p:nvPr/>
            </p:nvSpPr>
            <p:spPr>
              <a:xfrm>
                <a:off x="11426580" y="6771153"/>
                <a:ext cx="355743" cy="347301"/>
              </a:xfrm>
              <a:prstGeom prst="rect">
                <a:avLst/>
              </a:prstGeom>
              <a:solidFill>
                <a:srgbClr val="F7EEED"/>
              </a:solidFill>
              <a:ln w="15875" cap="flat" cmpd="dbl">
                <a:solidFill>
                  <a:srgbClr val="FF3A24"/>
                </a:solid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ctr">
                <a:noAutofit/>
              </a:bodyPr>
              <a:lstStyle/>
              <a:p>
                <a:pPr hangingPunct="0"/>
                <a:r>
                  <a:rPr lang="en-US" sz="525">
                    <a:solidFill>
                      <a:srgbClr val="000000"/>
                    </a:solidFill>
                    <a:latin typeface="Calibri" panose="020F0502020204030204"/>
                    <a:sym typeface="Arial"/>
                  </a:rPr>
                  <a:t>0.7</a:t>
                </a:r>
              </a:p>
            </p:txBody>
          </p:sp>
          <p:sp>
            <p:nvSpPr>
              <p:cNvPr id="1048" name="Rectangle 1047">
                <a:extLst>
                  <a:ext uri="{FF2B5EF4-FFF2-40B4-BE49-F238E27FC236}">
                    <a16:creationId xmlns:a16="http://schemas.microsoft.com/office/drawing/2014/main" id="{24DE67AB-E373-C8C9-3C0E-EC3A4844768B}"/>
                  </a:ext>
                </a:extLst>
              </p:cNvPr>
              <p:cNvSpPr/>
              <p:nvPr/>
            </p:nvSpPr>
            <p:spPr>
              <a:xfrm>
                <a:off x="11826528" y="6771152"/>
                <a:ext cx="355743" cy="347301"/>
              </a:xfrm>
              <a:prstGeom prst="rect">
                <a:avLst/>
              </a:prstGeom>
              <a:solidFill>
                <a:srgbClr val="F7EEED"/>
              </a:solidFill>
              <a:ln w="15875" cap="flat" cmpd="dbl">
                <a:solidFill>
                  <a:srgbClr val="FF3A24"/>
                </a:solid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ctr">
                <a:noAutofit/>
              </a:bodyPr>
              <a:lstStyle/>
              <a:p>
                <a:pPr hangingPunct="0"/>
                <a:r>
                  <a:rPr lang="en-US" sz="525">
                    <a:solidFill>
                      <a:srgbClr val="000000"/>
                    </a:solidFill>
                    <a:latin typeface="Calibri" panose="020F0502020204030204"/>
                    <a:sym typeface="Arial"/>
                  </a:rPr>
                  <a:t>0.8</a:t>
                </a:r>
              </a:p>
            </p:txBody>
          </p:sp>
          <p:sp>
            <p:nvSpPr>
              <p:cNvPr id="1049" name="Rectangle 1048">
                <a:extLst>
                  <a:ext uri="{FF2B5EF4-FFF2-40B4-BE49-F238E27FC236}">
                    <a16:creationId xmlns:a16="http://schemas.microsoft.com/office/drawing/2014/main" id="{0C3DE5A7-2BC6-CF71-3C7A-4C003EF83D07}"/>
                  </a:ext>
                </a:extLst>
              </p:cNvPr>
              <p:cNvSpPr/>
              <p:nvPr/>
            </p:nvSpPr>
            <p:spPr>
              <a:xfrm>
                <a:off x="12226475" y="6782914"/>
                <a:ext cx="355744" cy="347301"/>
              </a:xfrm>
              <a:prstGeom prst="rect">
                <a:avLst/>
              </a:prstGeom>
              <a:solidFill>
                <a:srgbClr val="F7EEED"/>
              </a:solidFill>
              <a:ln w="15875" cap="flat" cmpd="dbl">
                <a:solidFill>
                  <a:srgbClr val="FF3A24"/>
                </a:solid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ctr">
                <a:noAutofit/>
              </a:bodyPr>
              <a:lstStyle/>
              <a:p>
                <a:pPr hangingPunct="0"/>
                <a:r>
                  <a:rPr lang="en-US" sz="525">
                    <a:solidFill>
                      <a:srgbClr val="000000"/>
                    </a:solidFill>
                    <a:latin typeface="Calibri" panose="020F0502020204030204"/>
                    <a:sym typeface="Arial"/>
                  </a:rPr>
                  <a:t>0.3</a:t>
                </a:r>
              </a:p>
            </p:txBody>
          </p:sp>
          <p:sp>
            <p:nvSpPr>
              <p:cNvPr id="1050" name="Rectangle 1049">
                <a:extLst>
                  <a:ext uri="{FF2B5EF4-FFF2-40B4-BE49-F238E27FC236}">
                    <a16:creationId xmlns:a16="http://schemas.microsoft.com/office/drawing/2014/main" id="{8FDDA310-1226-98BF-9706-946533420193}"/>
                  </a:ext>
                </a:extLst>
              </p:cNvPr>
              <p:cNvSpPr/>
              <p:nvPr/>
            </p:nvSpPr>
            <p:spPr>
              <a:xfrm>
                <a:off x="12626424" y="6771152"/>
                <a:ext cx="355743" cy="347301"/>
              </a:xfrm>
              <a:prstGeom prst="rect">
                <a:avLst/>
              </a:prstGeom>
              <a:solidFill>
                <a:srgbClr val="F7EEED"/>
              </a:solidFill>
              <a:ln w="15875" cap="flat" cmpd="dbl">
                <a:solidFill>
                  <a:srgbClr val="FF3A24"/>
                </a:solid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ctr">
                <a:noAutofit/>
              </a:bodyPr>
              <a:lstStyle/>
              <a:p>
                <a:pPr hangingPunct="0"/>
                <a:r>
                  <a:rPr lang="en-US" sz="525">
                    <a:solidFill>
                      <a:srgbClr val="000000"/>
                    </a:solidFill>
                    <a:latin typeface="Calibri" panose="020F0502020204030204"/>
                    <a:sym typeface="Arial"/>
                  </a:rPr>
                  <a:t>0.9</a:t>
                </a:r>
              </a:p>
            </p:txBody>
          </p:sp>
        </p:grpSp>
        <p:sp>
          <p:nvSpPr>
            <p:cNvPr id="1058" name="Rectangle 1057">
              <a:extLst>
                <a:ext uri="{FF2B5EF4-FFF2-40B4-BE49-F238E27FC236}">
                  <a16:creationId xmlns:a16="http://schemas.microsoft.com/office/drawing/2014/main" id="{B7830085-FDCA-3AC7-1249-F13336605B7A}"/>
                </a:ext>
              </a:extLst>
            </p:cNvPr>
            <p:cNvSpPr/>
            <p:nvPr/>
          </p:nvSpPr>
          <p:spPr>
            <a:xfrm>
              <a:off x="1761015" y="4594313"/>
              <a:ext cx="1308259" cy="512323"/>
            </a:xfrm>
            <a:prstGeom prst="rect">
              <a:avLst/>
            </a:prstGeom>
            <a:noFill/>
            <a:ln w="15875" cap="flat" cmpd="dbl">
              <a:solidFill>
                <a:srgbClr val="FF3A24"/>
              </a:solid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ctr">
              <a:noAutofit/>
            </a:bodyPr>
            <a:lstStyle/>
            <a:p>
              <a:pPr hangingPunct="0"/>
              <a:endParaRPr lang="en-US" sz="1100">
                <a:solidFill>
                  <a:srgbClr val="000000"/>
                </a:solidFill>
                <a:latin typeface="Calibri" panose="020F0502020204030204"/>
                <a:sym typeface="Arial"/>
              </a:endParaRPr>
            </a:p>
          </p:txBody>
        </p:sp>
      </p:grpSp>
      <p:sp>
        <p:nvSpPr>
          <p:cNvPr id="1060" name="TextBox 1059">
            <a:extLst>
              <a:ext uri="{FF2B5EF4-FFF2-40B4-BE49-F238E27FC236}">
                <a16:creationId xmlns:a16="http://schemas.microsoft.com/office/drawing/2014/main" id="{4ABDE922-EF24-76B2-E84C-19AA45F9E96A}"/>
              </a:ext>
            </a:extLst>
          </p:cNvPr>
          <p:cNvSpPr txBox="1"/>
          <p:nvPr/>
        </p:nvSpPr>
        <p:spPr>
          <a:xfrm>
            <a:off x="1709113" y="5297310"/>
            <a:ext cx="1196918" cy="193468"/>
          </a:xfrm>
          <a:prstGeom prst="rect">
            <a:avLst/>
          </a:prstGeom>
          <a:noFill/>
          <a:effectLst/>
        </p:spPr>
        <p:txBody>
          <a:bodyPr wrap="square">
            <a:noAutofit/>
          </a:bodyPr>
          <a:lstStyle/>
          <a:p>
            <a:pPr algn="ctr" defTabSz="457200"/>
            <a:r>
              <a:rPr lang="en-US" sz="900" dirty="0">
                <a:solidFill>
                  <a:prstClr val="black">
                    <a:lumMod val="85000"/>
                    <a:lumOff val="15000"/>
                  </a:prstClr>
                </a:solidFill>
                <a:latin typeface="Work Sans Medium" pitchFamily="2" charset="0"/>
              </a:rPr>
              <a:t>Embeddings</a:t>
            </a:r>
          </a:p>
        </p:txBody>
      </p:sp>
      <p:sp>
        <p:nvSpPr>
          <p:cNvPr id="1061" name="Rectangle 1060">
            <a:extLst>
              <a:ext uri="{FF2B5EF4-FFF2-40B4-BE49-F238E27FC236}">
                <a16:creationId xmlns:a16="http://schemas.microsoft.com/office/drawing/2014/main" id="{61241D7D-716C-7056-D97C-E2021DF78C76}"/>
              </a:ext>
            </a:extLst>
          </p:cNvPr>
          <p:cNvSpPr/>
          <p:nvPr/>
        </p:nvSpPr>
        <p:spPr>
          <a:xfrm>
            <a:off x="3328051" y="4723129"/>
            <a:ext cx="989889" cy="529951"/>
          </a:xfrm>
          <a:prstGeom prst="rect">
            <a:avLst/>
          </a:prstGeom>
          <a:noFill/>
          <a:ln w="15875" cap="flat" cmpd="dbl">
            <a:solidFill>
              <a:srgbClr val="FF3A24"/>
            </a:solid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ctr">
            <a:noAutofit/>
          </a:bodyPr>
          <a:lstStyle/>
          <a:p>
            <a:pPr hangingPunct="0"/>
            <a:endParaRPr lang="en-US" sz="1100">
              <a:solidFill>
                <a:srgbClr val="000000"/>
              </a:solidFill>
              <a:latin typeface="Calibri" panose="020F0502020204030204"/>
              <a:sym typeface="Arial"/>
            </a:endParaRPr>
          </a:p>
        </p:txBody>
      </p:sp>
      <p:sp>
        <p:nvSpPr>
          <p:cNvPr id="1062" name="TextBox 1061">
            <a:extLst>
              <a:ext uri="{FF2B5EF4-FFF2-40B4-BE49-F238E27FC236}">
                <a16:creationId xmlns:a16="http://schemas.microsoft.com/office/drawing/2014/main" id="{F59CC4C8-4FC7-69A3-7AAE-4BA0AE8E4C34}"/>
              </a:ext>
            </a:extLst>
          </p:cNvPr>
          <p:cNvSpPr txBox="1"/>
          <p:nvPr/>
        </p:nvSpPr>
        <p:spPr>
          <a:xfrm>
            <a:off x="3339087" y="4874671"/>
            <a:ext cx="976577" cy="207342"/>
          </a:xfrm>
          <a:prstGeom prst="rect">
            <a:avLst/>
          </a:prstGeom>
          <a:noFill/>
          <a:effectLst/>
        </p:spPr>
        <p:txBody>
          <a:bodyPr wrap="square">
            <a:noAutofit/>
          </a:bodyPr>
          <a:lstStyle/>
          <a:p>
            <a:pPr algn="ctr" defTabSz="457200"/>
            <a:r>
              <a:rPr lang="en-US" sz="900" dirty="0">
                <a:solidFill>
                  <a:prstClr val="black">
                    <a:lumMod val="85000"/>
                    <a:lumOff val="15000"/>
                  </a:prstClr>
                </a:solidFill>
                <a:latin typeface="Work Sans Medium" pitchFamily="2" charset="0"/>
              </a:rPr>
              <a:t>RAG Retriever</a:t>
            </a:r>
          </a:p>
        </p:txBody>
      </p:sp>
      <p:sp>
        <p:nvSpPr>
          <p:cNvPr id="1064" name="Arrow: Right 19">
            <a:extLst>
              <a:ext uri="{FF2B5EF4-FFF2-40B4-BE49-F238E27FC236}">
                <a16:creationId xmlns:a16="http://schemas.microsoft.com/office/drawing/2014/main" id="{450C0D7B-ED5E-E7B9-9F39-623EFF806D75}"/>
              </a:ext>
            </a:extLst>
          </p:cNvPr>
          <p:cNvSpPr/>
          <p:nvPr/>
        </p:nvSpPr>
        <p:spPr>
          <a:xfrm>
            <a:off x="3091764" y="4858691"/>
            <a:ext cx="208107" cy="254689"/>
          </a:xfrm>
          <a:prstGeom prst="rightArrow">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lnSpc>
                <a:spcPct val="107000"/>
              </a:lnSpc>
              <a:spcBef>
                <a:spcPts val="500"/>
              </a:spcBef>
              <a:spcAft>
                <a:spcPts val="400"/>
              </a:spcAft>
            </a:pPr>
            <a:endParaRPr lang="en-US" sz="475">
              <a:solidFill>
                <a:prstClr val="white"/>
              </a:solidFill>
              <a:latin typeface="Work Sans Light" pitchFamily="2" charset="77"/>
            </a:endParaRPr>
          </a:p>
        </p:txBody>
      </p:sp>
      <p:sp>
        <p:nvSpPr>
          <p:cNvPr id="1065" name="Arrow: Right 19">
            <a:extLst>
              <a:ext uri="{FF2B5EF4-FFF2-40B4-BE49-F238E27FC236}">
                <a16:creationId xmlns:a16="http://schemas.microsoft.com/office/drawing/2014/main" id="{51FEB310-4234-5BDA-D1F0-4D47835A9957}"/>
              </a:ext>
            </a:extLst>
          </p:cNvPr>
          <p:cNvSpPr/>
          <p:nvPr/>
        </p:nvSpPr>
        <p:spPr>
          <a:xfrm>
            <a:off x="4396146" y="4858691"/>
            <a:ext cx="208107" cy="254689"/>
          </a:xfrm>
          <a:prstGeom prst="rightArrow">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lnSpc>
                <a:spcPct val="107000"/>
              </a:lnSpc>
              <a:spcBef>
                <a:spcPts val="500"/>
              </a:spcBef>
              <a:spcAft>
                <a:spcPts val="400"/>
              </a:spcAft>
            </a:pPr>
            <a:endParaRPr lang="en-US" sz="475">
              <a:solidFill>
                <a:prstClr val="white"/>
              </a:solidFill>
              <a:latin typeface="Work Sans Light" pitchFamily="2" charset="77"/>
            </a:endParaRPr>
          </a:p>
        </p:txBody>
      </p:sp>
      <p:sp>
        <p:nvSpPr>
          <p:cNvPr id="1067" name="Rectangle 1066">
            <a:extLst>
              <a:ext uri="{FF2B5EF4-FFF2-40B4-BE49-F238E27FC236}">
                <a16:creationId xmlns:a16="http://schemas.microsoft.com/office/drawing/2014/main" id="{AA122812-1711-04D9-E31F-88BC4E16C049}"/>
              </a:ext>
            </a:extLst>
          </p:cNvPr>
          <p:cNvSpPr/>
          <p:nvPr/>
        </p:nvSpPr>
        <p:spPr>
          <a:xfrm>
            <a:off x="4682459" y="4622820"/>
            <a:ext cx="738612" cy="641007"/>
          </a:xfrm>
          <a:prstGeom prst="rect">
            <a:avLst/>
          </a:prstGeom>
          <a:noFill/>
          <a:ln w="15875" cap="flat" cmpd="dbl">
            <a:solidFill>
              <a:srgbClr val="FF3A24"/>
            </a:solid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ctr">
            <a:noAutofit/>
          </a:bodyPr>
          <a:lstStyle/>
          <a:p>
            <a:pPr hangingPunct="0"/>
            <a:endParaRPr lang="en-US" sz="1100">
              <a:solidFill>
                <a:srgbClr val="000000"/>
              </a:solidFill>
              <a:latin typeface="Calibri" panose="020F0502020204030204"/>
              <a:sym typeface="Arial"/>
            </a:endParaRPr>
          </a:p>
        </p:txBody>
      </p:sp>
      <p:sp>
        <p:nvSpPr>
          <p:cNvPr id="1069" name="Arrow: Right 19">
            <a:extLst>
              <a:ext uri="{FF2B5EF4-FFF2-40B4-BE49-F238E27FC236}">
                <a16:creationId xmlns:a16="http://schemas.microsoft.com/office/drawing/2014/main" id="{05DB3A04-7BE8-4C7F-6BCE-78FA478B8892}"/>
              </a:ext>
            </a:extLst>
          </p:cNvPr>
          <p:cNvSpPr/>
          <p:nvPr/>
        </p:nvSpPr>
        <p:spPr>
          <a:xfrm>
            <a:off x="5505917" y="4859069"/>
            <a:ext cx="208107" cy="254689"/>
          </a:xfrm>
          <a:prstGeom prst="rightArrow">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lnSpc>
                <a:spcPct val="107000"/>
              </a:lnSpc>
              <a:spcBef>
                <a:spcPts val="500"/>
              </a:spcBef>
              <a:spcAft>
                <a:spcPts val="400"/>
              </a:spcAft>
            </a:pPr>
            <a:endParaRPr lang="en-US" sz="475">
              <a:solidFill>
                <a:prstClr val="white"/>
              </a:solidFill>
              <a:latin typeface="Work Sans Light" pitchFamily="2" charset="77"/>
            </a:endParaRPr>
          </a:p>
        </p:txBody>
      </p:sp>
      <p:pic>
        <p:nvPicPr>
          <p:cNvPr id="1070" name="Picture 1069" descr="A black background with a black square&#10;&#10;Description automatically generated with medium confidence">
            <a:extLst>
              <a:ext uri="{FF2B5EF4-FFF2-40B4-BE49-F238E27FC236}">
                <a16:creationId xmlns:a16="http://schemas.microsoft.com/office/drawing/2014/main" id="{DF456BDB-86AF-00E7-EF64-35B26622DC56}"/>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4809130" y="4681421"/>
            <a:ext cx="483504" cy="538683"/>
          </a:xfrm>
          <a:prstGeom prst="rect">
            <a:avLst/>
          </a:prstGeom>
        </p:spPr>
      </p:pic>
      <p:sp>
        <p:nvSpPr>
          <p:cNvPr id="1079" name="TextBox 1078">
            <a:extLst>
              <a:ext uri="{FF2B5EF4-FFF2-40B4-BE49-F238E27FC236}">
                <a16:creationId xmlns:a16="http://schemas.microsoft.com/office/drawing/2014/main" id="{A7502E26-76AC-DD52-872E-50E3F3A0DDB5}"/>
              </a:ext>
            </a:extLst>
          </p:cNvPr>
          <p:cNvSpPr txBox="1"/>
          <p:nvPr/>
        </p:nvSpPr>
        <p:spPr>
          <a:xfrm>
            <a:off x="4147194" y="4132373"/>
            <a:ext cx="1196918" cy="348302"/>
          </a:xfrm>
          <a:prstGeom prst="rect">
            <a:avLst/>
          </a:prstGeom>
          <a:noFill/>
          <a:effectLst/>
        </p:spPr>
        <p:txBody>
          <a:bodyPr wrap="square">
            <a:noAutofit/>
          </a:bodyPr>
          <a:lstStyle/>
          <a:p>
            <a:pPr algn="ctr" defTabSz="457200"/>
            <a:r>
              <a:rPr lang="en-US" sz="900" dirty="0">
                <a:solidFill>
                  <a:prstClr val="black">
                    <a:lumMod val="85000"/>
                    <a:lumOff val="15000"/>
                  </a:prstClr>
                </a:solidFill>
                <a:latin typeface="Work Sans Medium" pitchFamily="2" charset="0"/>
              </a:rPr>
              <a:t>Retrieve </a:t>
            </a:r>
          </a:p>
          <a:p>
            <a:pPr algn="ctr" defTabSz="457200"/>
            <a:r>
              <a:rPr lang="en-US" sz="900" dirty="0">
                <a:solidFill>
                  <a:prstClr val="black">
                    <a:lumMod val="85000"/>
                    <a:lumOff val="15000"/>
                  </a:prstClr>
                </a:solidFill>
                <a:latin typeface="Work Sans Medium" pitchFamily="2" charset="0"/>
              </a:rPr>
              <a:t>  Contextual Data </a:t>
            </a:r>
          </a:p>
        </p:txBody>
      </p:sp>
      <p:sp>
        <p:nvSpPr>
          <p:cNvPr id="1082" name="TextBox 1081">
            <a:extLst>
              <a:ext uri="{FF2B5EF4-FFF2-40B4-BE49-F238E27FC236}">
                <a16:creationId xmlns:a16="http://schemas.microsoft.com/office/drawing/2014/main" id="{E9ABCE05-F899-4A2F-7473-DD59264F6386}"/>
              </a:ext>
            </a:extLst>
          </p:cNvPr>
          <p:cNvSpPr txBox="1"/>
          <p:nvPr/>
        </p:nvSpPr>
        <p:spPr>
          <a:xfrm>
            <a:off x="4127584" y="5329483"/>
            <a:ext cx="1937046" cy="348302"/>
          </a:xfrm>
          <a:prstGeom prst="rect">
            <a:avLst/>
          </a:prstGeom>
          <a:noFill/>
          <a:effectLst/>
        </p:spPr>
        <p:txBody>
          <a:bodyPr wrap="square">
            <a:noAutofit/>
          </a:bodyPr>
          <a:lstStyle/>
          <a:p>
            <a:pPr algn="ctr" defTabSz="457200"/>
            <a:r>
              <a:rPr lang="en-US" sz="900" dirty="0">
                <a:solidFill>
                  <a:prstClr val="black">
                    <a:lumMod val="85000"/>
                    <a:lumOff val="15000"/>
                  </a:prstClr>
                </a:solidFill>
                <a:latin typeface="Work Sans Medium" pitchFamily="2" charset="0"/>
              </a:rPr>
              <a:t>LLM will process the contextual data and user query to get the best answer</a:t>
            </a:r>
          </a:p>
        </p:txBody>
      </p:sp>
      <p:pic>
        <p:nvPicPr>
          <p:cNvPr id="1026" name="Picture 2">
            <a:extLst>
              <a:ext uri="{FF2B5EF4-FFF2-40B4-BE49-F238E27FC236}">
                <a16:creationId xmlns:a16="http://schemas.microsoft.com/office/drawing/2014/main" id="{F7CEAC92-DA6A-AA9D-E699-706CE6D9DA83}"/>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971967" y="2502080"/>
            <a:ext cx="503904" cy="352339"/>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Screenshot of Salesforce Data Loader interface">
            <a:extLst>
              <a:ext uri="{FF2B5EF4-FFF2-40B4-BE49-F238E27FC236}">
                <a16:creationId xmlns:a16="http://schemas.microsoft.com/office/drawing/2014/main" id="{7DABCD90-00BE-DE12-1278-8E8C8D2CA1BA}"/>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862590" y="2917792"/>
            <a:ext cx="752554" cy="220397"/>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CB2D6568-68B6-B3A5-BFC8-2AE2494E0527}"/>
              </a:ext>
            </a:extLst>
          </p:cNvPr>
          <p:cNvSpPr txBox="1"/>
          <p:nvPr/>
        </p:nvSpPr>
        <p:spPr>
          <a:xfrm>
            <a:off x="6614558" y="2411381"/>
            <a:ext cx="4301156" cy="2993408"/>
          </a:xfrm>
          <a:prstGeom prst="rect">
            <a:avLst/>
          </a:prstGeom>
          <a:noFill/>
          <a:effectLst/>
        </p:spPr>
        <p:txBody>
          <a:bodyPr wrap="square">
            <a:noAutofit/>
          </a:bodyPr>
          <a:lstStyle/>
          <a:p>
            <a:pPr defTabSz="457200"/>
            <a:r>
              <a:rPr lang="en-US" sz="900" dirty="0">
                <a:solidFill>
                  <a:prstClr val="black">
                    <a:lumMod val="85000"/>
                    <a:lumOff val="15000"/>
                  </a:prstClr>
                </a:solidFill>
                <a:latin typeface="Work Sans Medium" pitchFamily="2" charset="0"/>
              </a:rPr>
              <a:t>Query examples:</a:t>
            </a:r>
          </a:p>
          <a:p>
            <a:pPr defTabSz="457200"/>
            <a:endParaRPr lang="en-US" sz="900" dirty="0">
              <a:solidFill>
                <a:prstClr val="black">
                  <a:lumMod val="85000"/>
                  <a:lumOff val="15000"/>
                </a:prstClr>
              </a:solidFill>
              <a:latin typeface="Work Sans Medium" pitchFamily="2" charset="0"/>
            </a:endParaRPr>
          </a:p>
          <a:p>
            <a:pPr defTabSz="457200"/>
            <a:r>
              <a:rPr lang="en-US" sz="900" dirty="0">
                <a:solidFill>
                  <a:prstClr val="black">
                    <a:lumMod val="85000"/>
                    <a:lumOff val="15000"/>
                  </a:prstClr>
                </a:solidFill>
                <a:highlight>
                  <a:srgbClr val="C0C0C0"/>
                </a:highlight>
                <a:latin typeface="Work Sans Medium" pitchFamily="2" charset="0"/>
              </a:rPr>
              <a:t>You are a sales strategist. For the opportunity "{opportunityName}" with {accountName}:</a:t>
            </a:r>
          </a:p>
          <a:p>
            <a:pPr defTabSz="457200"/>
            <a:endParaRPr lang="en-US" sz="900" dirty="0">
              <a:solidFill>
                <a:prstClr val="black">
                  <a:lumMod val="85000"/>
                  <a:lumOff val="15000"/>
                </a:prstClr>
              </a:solidFill>
              <a:highlight>
                <a:srgbClr val="C0C0C0"/>
              </a:highlight>
              <a:latin typeface="Work Sans Medium" pitchFamily="2" charset="0"/>
            </a:endParaRPr>
          </a:p>
          <a:p>
            <a:pPr defTabSz="457200"/>
            <a:r>
              <a:rPr lang="en-US" sz="900" dirty="0">
                <a:solidFill>
                  <a:prstClr val="black">
                    <a:lumMod val="85000"/>
                    <a:lumOff val="15000"/>
                  </a:prstClr>
                </a:solidFill>
                <a:highlight>
                  <a:srgbClr val="C0C0C0"/>
                </a:highlight>
                <a:latin typeface="Work Sans Medium" pitchFamily="2" charset="0"/>
              </a:rPr>
              <a:t>opportunity Context:</a:t>
            </a:r>
          </a:p>
          <a:p>
            <a:pPr defTabSz="457200"/>
            <a:r>
              <a:rPr lang="en-US" sz="900" dirty="0">
                <a:solidFill>
                  <a:prstClr val="black">
                    <a:lumMod val="85000"/>
                    <a:lumOff val="15000"/>
                  </a:prstClr>
                </a:solidFill>
                <a:highlight>
                  <a:srgbClr val="C0C0C0"/>
                </a:highlight>
                <a:latin typeface="Work Sans Medium" pitchFamily="2" charset="0"/>
              </a:rPr>
              <a:t>- Value: {amount}</a:t>
            </a:r>
          </a:p>
          <a:p>
            <a:pPr defTabSz="457200"/>
            <a:r>
              <a:rPr lang="en-US" sz="900" dirty="0">
                <a:solidFill>
                  <a:prstClr val="black">
                    <a:lumMod val="85000"/>
                    <a:lumOff val="15000"/>
                  </a:prstClr>
                </a:solidFill>
                <a:highlight>
                  <a:srgbClr val="C0C0C0"/>
                </a:highlight>
                <a:latin typeface="Work Sans Medium" pitchFamily="2" charset="0"/>
              </a:rPr>
              <a:t>- Stage: {stage}</a:t>
            </a:r>
          </a:p>
          <a:p>
            <a:pPr defTabSz="457200"/>
            <a:r>
              <a:rPr lang="en-US" sz="900" dirty="0">
                <a:solidFill>
                  <a:prstClr val="black">
                    <a:lumMod val="85000"/>
                    <a:lumOff val="15000"/>
                  </a:prstClr>
                </a:solidFill>
                <a:highlight>
                  <a:srgbClr val="C0C0C0"/>
                </a:highlight>
                <a:latin typeface="Work Sans Medium" pitchFamily="2" charset="0"/>
              </a:rPr>
              <a:t>- Industry: {industry}</a:t>
            </a:r>
          </a:p>
          <a:p>
            <a:pPr defTabSz="457200"/>
            <a:r>
              <a:rPr lang="en-US" sz="900" dirty="0">
                <a:solidFill>
                  <a:prstClr val="black">
                    <a:lumMod val="85000"/>
                    <a:lumOff val="15000"/>
                  </a:prstClr>
                </a:solidFill>
                <a:highlight>
                  <a:srgbClr val="C0C0C0"/>
                </a:highlight>
                <a:latin typeface="Work Sans Medium" pitchFamily="2" charset="0"/>
              </a:rPr>
              <a:t>- Pain Points: {painPoints}</a:t>
            </a:r>
          </a:p>
          <a:p>
            <a:pPr defTabSz="457200"/>
            <a:endParaRPr lang="en-US" sz="900" dirty="0">
              <a:solidFill>
                <a:prstClr val="black">
                  <a:lumMod val="85000"/>
                  <a:lumOff val="15000"/>
                </a:prstClr>
              </a:solidFill>
              <a:highlight>
                <a:srgbClr val="C0C0C0"/>
              </a:highlight>
              <a:latin typeface="Work Sans Medium" pitchFamily="2" charset="0"/>
            </a:endParaRPr>
          </a:p>
          <a:p>
            <a:pPr defTabSz="457200"/>
            <a:r>
              <a:rPr lang="en-US" sz="900" dirty="0">
                <a:solidFill>
                  <a:prstClr val="black">
                    <a:lumMod val="85000"/>
                    <a:lumOff val="15000"/>
                  </a:prstClr>
                </a:solidFill>
                <a:highlight>
                  <a:srgbClr val="C0C0C0"/>
                </a:highlight>
                <a:latin typeface="Work Sans Medium" pitchFamily="2" charset="0"/>
              </a:rPr>
              <a:t>Create an action plan for moving this opportunity to the next stage. Format as:</a:t>
            </a:r>
          </a:p>
          <a:p>
            <a:pPr defTabSz="457200"/>
            <a:r>
              <a:rPr lang="en-US" sz="900" dirty="0">
                <a:solidFill>
                  <a:prstClr val="black">
                    <a:lumMod val="85000"/>
                    <a:lumOff val="15000"/>
                  </a:prstClr>
                </a:solidFill>
                <a:highlight>
                  <a:srgbClr val="C0C0C0"/>
                </a:highlight>
                <a:latin typeface="Work Sans Medium" pitchFamily="2" charset="0"/>
              </a:rPr>
              <a:t>1. [Immediate Action] - What to do this week</a:t>
            </a:r>
          </a:p>
          <a:p>
            <a:pPr defTabSz="457200"/>
            <a:r>
              <a:rPr lang="en-US" sz="900" dirty="0">
                <a:solidFill>
                  <a:prstClr val="black">
                    <a:lumMod val="85000"/>
                    <a:lumOff val="15000"/>
                  </a:prstClr>
                </a:solidFill>
                <a:highlight>
                  <a:srgbClr val="C0C0C0"/>
                </a:highlight>
                <a:latin typeface="Work Sans Medium" pitchFamily="2" charset="0"/>
              </a:rPr>
              <a:t>2. [Key Stakeholder Move] - Who to engage next</a:t>
            </a:r>
          </a:p>
          <a:p>
            <a:pPr defTabSz="457200"/>
            <a:r>
              <a:rPr lang="en-US" sz="900" dirty="0">
                <a:solidFill>
                  <a:prstClr val="black">
                    <a:lumMod val="85000"/>
                    <a:lumOff val="15000"/>
                  </a:prstClr>
                </a:solidFill>
                <a:highlight>
                  <a:srgbClr val="C0C0C0"/>
                </a:highlight>
                <a:latin typeface="Work Sans Medium" pitchFamily="2" charset="0"/>
              </a:rPr>
              <a:t>3. [Content to Share] - Specific asset types to share to customer</a:t>
            </a:r>
          </a:p>
          <a:p>
            <a:pPr defTabSz="457200"/>
            <a:r>
              <a:rPr lang="en-US" sz="900" dirty="0">
                <a:solidFill>
                  <a:prstClr val="black">
                    <a:lumMod val="85000"/>
                    <a:lumOff val="15000"/>
                  </a:prstClr>
                </a:solidFill>
                <a:highlight>
                  <a:srgbClr val="C0C0C0"/>
                </a:highlight>
                <a:latin typeface="Work Sans Medium" pitchFamily="2" charset="0"/>
              </a:rPr>
              <a:t>4. [Email to write] – Email text to send</a:t>
            </a:r>
          </a:p>
          <a:p>
            <a:pPr defTabSz="457200"/>
            <a:r>
              <a:rPr lang="en-US" sz="900" dirty="0">
                <a:solidFill>
                  <a:prstClr val="black">
                    <a:lumMod val="85000"/>
                    <a:lumOff val="15000"/>
                  </a:prstClr>
                </a:solidFill>
                <a:highlight>
                  <a:srgbClr val="C0C0C0"/>
                </a:highlight>
                <a:latin typeface="Work Sans Medium" pitchFamily="2" charset="0"/>
              </a:rPr>
              <a:t>5. [Objection Handling] – Counter strategy to handle the customer objections</a:t>
            </a:r>
          </a:p>
          <a:p>
            <a:pPr defTabSz="457200"/>
            <a:endParaRPr lang="en-US" sz="900" dirty="0">
              <a:solidFill>
                <a:prstClr val="black">
                  <a:lumMod val="85000"/>
                  <a:lumOff val="15000"/>
                </a:prstClr>
              </a:solidFill>
              <a:highlight>
                <a:srgbClr val="C0C0C0"/>
              </a:highlight>
              <a:latin typeface="Work Sans Medium" pitchFamily="2" charset="0"/>
            </a:endParaRPr>
          </a:p>
          <a:p>
            <a:pPr defTabSz="457200"/>
            <a:r>
              <a:rPr lang="en-US" sz="900" dirty="0">
                <a:solidFill>
                  <a:prstClr val="black">
                    <a:lumMod val="85000"/>
                    <a:lumOff val="15000"/>
                  </a:prstClr>
                </a:solidFill>
                <a:highlight>
                  <a:srgbClr val="C0C0C0"/>
                </a:highlight>
                <a:latin typeface="Work Sans Medium" pitchFamily="2" charset="0"/>
              </a:rPr>
              <a:t>Keep each point to 2 sentences max.</a:t>
            </a:r>
          </a:p>
        </p:txBody>
      </p:sp>
    </p:spTree>
    <p:extLst>
      <p:ext uri="{BB962C8B-B14F-4D97-AF65-F5344CB8AC3E}">
        <p14:creationId xmlns:p14="http://schemas.microsoft.com/office/powerpoint/2010/main" val="6830995"/>
      </p:ext>
    </p:extLst>
  </p:cSld>
  <p:clrMapOvr>
    <a:masterClrMapping/>
  </p:clrMapOvr>
  <p:transition spd="med"/>
</p:sld>
</file>

<file path=ppt/theme/theme1.xml><?xml version="1.0" encoding="utf-8"?>
<a:theme xmlns:a="http://schemas.openxmlformats.org/drawingml/2006/main" name="Impetus Leaplogic 2024">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0175E4"/>
        </a:solidFill>
        <a:ln>
          <a:noFill/>
        </a:ln>
      </a:spPr>
      <a:bodyPr rtlCol="0" anchor="ctr"/>
      <a:lstStyle>
        <a:defPPr marL="0" algn="ctr" rtl="0" eaLnBrk="1" latinLnBrk="0" hangingPunct="1">
          <a:lnSpc>
            <a:spcPct val="107000"/>
          </a:lnSpc>
          <a:spcBef>
            <a:spcPts val="1000"/>
          </a:spcBef>
          <a:spcAft>
            <a:spcPts val="800"/>
          </a:spcAft>
          <a:defRPr sz="950" dirty="0">
            <a:effectLst/>
            <a:latin typeface="Work Sans Light" pitchFamily="2" charset="77"/>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rgbClr val="0141F4"/>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78</TotalTime>
  <Words>306</Words>
  <Application>Microsoft Macintosh PowerPoint</Application>
  <PresentationFormat>Widescreen</PresentationFormat>
  <Paragraphs>132</Paragraphs>
  <Slides>2</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vt:i4>
      </vt:variant>
    </vt:vector>
  </HeadingPairs>
  <TitlesOfParts>
    <vt:vector size="8" baseType="lpstr">
      <vt:lpstr>Arial</vt:lpstr>
      <vt:lpstr>Calibri</vt:lpstr>
      <vt:lpstr>Roboto</vt:lpstr>
      <vt:lpstr>Work Sans Light</vt:lpstr>
      <vt:lpstr>Work Sans Medium</vt:lpstr>
      <vt:lpstr>Impetus Leaplogic 2024</vt:lpstr>
      <vt:lpstr>Documents Profiler</vt:lpstr>
      <vt:lpstr>Salesforce Intelligence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Amit Dixit</dc:creator>
  <cp:lastModifiedBy>Amit Dixit</cp:lastModifiedBy>
  <cp:revision>60</cp:revision>
  <dcterms:created xsi:type="dcterms:W3CDTF">2025-11-24T18:19:38Z</dcterms:created>
  <dcterms:modified xsi:type="dcterms:W3CDTF">2025-12-07T17:40:44Z</dcterms:modified>
</cp:coreProperties>
</file>